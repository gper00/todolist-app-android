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Lazydog" charset="1" panose="00000000000000000000"/>
      <p:regular r:id="rId18"/>
    </p:embeddedFont>
    <p:embeddedFont>
      <p:font typeface="Nunito Ultra-Bold" charset="1" panose="00000000000000000000"/>
      <p:regular r:id="rId19"/>
    </p:embeddedFont>
    <p:embeddedFont>
      <p:font typeface="Nunito Bold" charset="1" panose="00000000000000000000"/>
      <p:regular r:id="rId20"/>
    </p:embeddedFont>
    <p:embeddedFont>
      <p:font typeface="Nunito Semi-Bold"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 Id="rId3" Target="../media/image24.svg" Type="http://schemas.openxmlformats.org/officeDocument/2006/relationships/image"/><Relationship Id="rId4" Target="../media/image25.png" Type="http://schemas.openxmlformats.org/officeDocument/2006/relationships/image"/><Relationship Id="rId5" Target="../media/image26.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svg" Type="http://schemas.openxmlformats.org/officeDocument/2006/relationships/image"/><Relationship Id="rId4" Target="../media/image33.png" Type="http://schemas.openxmlformats.org/officeDocument/2006/relationships/image"/><Relationship Id="rId5" Target="../media/image34.svg" Type="http://schemas.openxmlformats.org/officeDocument/2006/relationships/image"/><Relationship Id="rId6" Target="../media/image35.png" Type="http://schemas.openxmlformats.org/officeDocument/2006/relationships/image"/><Relationship Id="rId7" Target="../media/image3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12" Target="../media/image43.png" Type="http://schemas.openxmlformats.org/officeDocument/2006/relationships/image"/><Relationship Id="rId13" Target="../media/image44.svg" Type="http://schemas.openxmlformats.org/officeDocument/2006/relationships/image"/><Relationship Id="rId2" Target="../media/image37.png" Type="http://schemas.openxmlformats.org/officeDocument/2006/relationships/image"/><Relationship Id="rId3" Target="../media/image38.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svg" Type="http://schemas.openxmlformats.org/officeDocument/2006/relationships/image"/><Relationship Id="rId11" Target="../media/image48.png" Type="http://schemas.openxmlformats.org/officeDocument/2006/relationships/image"/><Relationship Id="rId12" Target="../media/image49.svg" Type="http://schemas.openxmlformats.org/officeDocument/2006/relationships/image"/><Relationship Id="rId13" Target="../media/image39.png" Type="http://schemas.openxmlformats.org/officeDocument/2006/relationships/image"/><Relationship Id="rId14" Target="../media/image40.svg" Type="http://schemas.openxmlformats.org/officeDocument/2006/relationships/image"/><Relationship Id="rId15" Target="../media/image41.png" Type="http://schemas.openxmlformats.org/officeDocument/2006/relationships/image"/><Relationship Id="rId16" Target="../media/image42.svg" Type="http://schemas.openxmlformats.org/officeDocument/2006/relationships/image"/><Relationship Id="rId2" Target="../media/image45.png" Type="http://schemas.openxmlformats.org/officeDocument/2006/relationships/image"/><Relationship Id="rId3" Target="../media/image46.svg" Type="http://schemas.openxmlformats.org/officeDocument/2006/relationships/image"/><Relationship Id="rId4" Target="../media/image47.pn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43.png" Type="http://schemas.openxmlformats.org/officeDocument/2006/relationships/image"/><Relationship Id="rId8" Target="../media/image44.svg" Type="http://schemas.openxmlformats.org/officeDocument/2006/relationships/image"/><Relationship Id="rId9"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8.png" Type="http://schemas.openxmlformats.org/officeDocument/2006/relationships/image"/><Relationship Id="rId11" Target="../media/image49.svg" Type="http://schemas.openxmlformats.org/officeDocument/2006/relationships/image"/><Relationship Id="rId12" Target="../media/image39.png" Type="http://schemas.openxmlformats.org/officeDocument/2006/relationships/image"/><Relationship Id="rId13" Target="../media/image40.svg" Type="http://schemas.openxmlformats.org/officeDocument/2006/relationships/image"/><Relationship Id="rId14" Target="../media/image41.png" Type="http://schemas.openxmlformats.org/officeDocument/2006/relationships/image"/><Relationship Id="rId15" Target="../media/image42.svg" Type="http://schemas.openxmlformats.org/officeDocument/2006/relationships/image"/><Relationship Id="rId2" Target="../media/image45.png" Type="http://schemas.openxmlformats.org/officeDocument/2006/relationships/image"/><Relationship Id="rId3" Target="../media/image4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8FF"/>
        </a:solidFill>
      </p:bgPr>
    </p:bg>
    <p:spTree>
      <p:nvGrpSpPr>
        <p:cNvPr id="1" name=""/>
        <p:cNvGrpSpPr/>
        <p:nvPr/>
      </p:nvGrpSpPr>
      <p:grpSpPr>
        <a:xfrm>
          <a:off x="0" y="0"/>
          <a:ext cx="0" cy="0"/>
          <a:chOff x="0" y="0"/>
          <a:chExt cx="0" cy="0"/>
        </a:xfrm>
      </p:grpSpPr>
      <p:sp>
        <p:nvSpPr>
          <p:cNvPr name="TextBox 2" id="2"/>
          <p:cNvSpPr txBox="true"/>
          <p:nvPr/>
        </p:nvSpPr>
        <p:spPr>
          <a:xfrm rot="0">
            <a:off x="3408567" y="4032843"/>
            <a:ext cx="11490978" cy="1864480"/>
          </a:xfrm>
          <a:prstGeom prst="rect">
            <a:avLst/>
          </a:prstGeom>
        </p:spPr>
        <p:txBody>
          <a:bodyPr anchor="t" rtlCol="false" tIns="0" lIns="0" bIns="0" rIns="0">
            <a:spAutoFit/>
          </a:bodyPr>
          <a:lstStyle/>
          <a:p>
            <a:pPr algn="ctr" marL="0" indent="0" lvl="0">
              <a:lnSpc>
                <a:spcPts val="7242"/>
              </a:lnSpc>
              <a:spcBef>
                <a:spcPct val="0"/>
              </a:spcBef>
            </a:pPr>
            <a:r>
              <a:rPr lang="en-US" sz="6644" spc="-431">
                <a:solidFill>
                  <a:srgbClr val="000000"/>
                </a:solidFill>
                <a:latin typeface="Lazydog"/>
                <a:ea typeface="Lazydog"/>
                <a:cs typeface="Lazydog"/>
                <a:sym typeface="Lazydog"/>
              </a:rPr>
              <a:t>Aplikasi Manajemen Tugas Harian Berbasis Android</a:t>
            </a:r>
          </a:p>
        </p:txBody>
      </p:sp>
      <p:grpSp>
        <p:nvGrpSpPr>
          <p:cNvPr name="Group 3" id="3"/>
          <p:cNvGrpSpPr/>
          <p:nvPr/>
        </p:nvGrpSpPr>
        <p:grpSpPr>
          <a:xfrm rot="0">
            <a:off x="6246560" y="6070605"/>
            <a:ext cx="6228766" cy="939275"/>
            <a:chOff x="0" y="0"/>
            <a:chExt cx="4640499" cy="699770"/>
          </a:xfrm>
        </p:grpSpPr>
        <p:sp>
          <p:nvSpPr>
            <p:cNvPr name="Freeform 4" id="4"/>
            <p:cNvSpPr/>
            <p:nvPr/>
          </p:nvSpPr>
          <p:spPr>
            <a:xfrm flipH="false" flipV="false" rot="0">
              <a:off x="55409" y="45740"/>
              <a:ext cx="4529465" cy="608584"/>
            </a:xfrm>
            <a:custGeom>
              <a:avLst/>
              <a:gdLst/>
              <a:ahLst/>
              <a:cxnLst/>
              <a:rect r="r" b="b" t="t" l="l"/>
              <a:pathLst>
                <a:path h="608584" w="4529465">
                  <a:moveTo>
                    <a:pt x="0" y="220960"/>
                  </a:moveTo>
                  <a:cubicBezTo>
                    <a:pt x="470976" y="123170"/>
                    <a:pt x="746636" y="81260"/>
                    <a:pt x="962730" y="54590"/>
                  </a:cubicBezTo>
                  <a:cubicBezTo>
                    <a:pt x="1166358" y="31730"/>
                    <a:pt x="1349208" y="12680"/>
                    <a:pt x="1556991" y="5060"/>
                  </a:cubicBezTo>
                  <a:cubicBezTo>
                    <a:pt x="1784168" y="-3830"/>
                    <a:pt x="2052901" y="-20"/>
                    <a:pt x="2274537" y="8870"/>
                  </a:cubicBezTo>
                  <a:cubicBezTo>
                    <a:pt x="2467083" y="16490"/>
                    <a:pt x="2640236" y="31730"/>
                    <a:pt x="2812004" y="48240"/>
                  </a:cubicBezTo>
                  <a:cubicBezTo>
                    <a:pt x="2974075" y="63480"/>
                    <a:pt x="3100130" y="73640"/>
                    <a:pt x="3278824" y="104120"/>
                  </a:cubicBezTo>
                  <a:cubicBezTo>
                    <a:pt x="3525394" y="144760"/>
                    <a:pt x="3967280" y="242550"/>
                    <a:pt x="4148745" y="289540"/>
                  </a:cubicBezTo>
                  <a:cubicBezTo>
                    <a:pt x="4234629" y="309860"/>
                    <a:pt x="4273415" y="321290"/>
                    <a:pt x="4332979" y="342880"/>
                  </a:cubicBezTo>
                  <a:cubicBezTo>
                    <a:pt x="4392544" y="365740"/>
                    <a:pt x="4478428" y="391140"/>
                    <a:pt x="4507518" y="422890"/>
                  </a:cubicBezTo>
                  <a:cubicBezTo>
                    <a:pt x="4525526" y="440670"/>
                    <a:pt x="4532452" y="464800"/>
                    <a:pt x="4528296" y="483850"/>
                  </a:cubicBezTo>
                  <a:cubicBezTo>
                    <a:pt x="4525526" y="502900"/>
                    <a:pt x="4507518" y="524490"/>
                    <a:pt x="4485354" y="535920"/>
                  </a:cubicBezTo>
                  <a:cubicBezTo>
                    <a:pt x="4450723" y="551160"/>
                    <a:pt x="4403626" y="539730"/>
                    <a:pt x="4321897" y="535920"/>
                  </a:cubicBezTo>
                  <a:cubicBezTo>
                    <a:pt x="4058705" y="523220"/>
                    <a:pt x="3133376" y="407650"/>
                    <a:pt x="2676252" y="380980"/>
                  </a:cubicBezTo>
                  <a:cubicBezTo>
                    <a:pt x="2352110" y="361930"/>
                    <a:pt x="2047361" y="359390"/>
                    <a:pt x="1840962" y="361930"/>
                  </a:cubicBezTo>
                  <a:cubicBezTo>
                    <a:pt x="1719062" y="363200"/>
                    <a:pt x="1656727" y="367010"/>
                    <a:pt x="1550065" y="374630"/>
                  </a:cubicBezTo>
                  <a:cubicBezTo>
                    <a:pt x="1417084" y="384790"/>
                    <a:pt x="1270250" y="397490"/>
                    <a:pt x="1104023" y="421620"/>
                  </a:cubicBezTo>
                  <a:cubicBezTo>
                    <a:pt x="887928" y="452100"/>
                    <a:pt x="466820" y="572750"/>
                    <a:pt x="369855" y="557510"/>
                  </a:cubicBezTo>
                  <a:cubicBezTo>
                    <a:pt x="343535" y="553700"/>
                    <a:pt x="332454" y="546080"/>
                    <a:pt x="322757" y="533380"/>
                  </a:cubicBezTo>
                  <a:cubicBezTo>
                    <a:pt x="311675" y="521950"/>
                    <a:pt x="304749" y="501630"/>
                    <a:pt x="304749" y="486390"/>
                  </a:cubicBezTo>
                  <a:cubicBezTo>
                    <a:pt x="304749" y="474960"/>
                    <a:pt x="307520" y="464800"/>
                    <a:pt x="314446" y="454640"/>
                  </a:cubicBezTo>
                  <a:cubicBezTo>
                    <a:pt x="322757" y="443210"/>
                    <a:pt x="332454" y="431780"/>
                    <a:pt x="356002" y="422890"/>
                  </a:cubicBezTo>
                  <a:cubicBezTo>
                    <a:pt x="421108" y="397490"/>
                    <a:pt x="624736" y="384790"/>
                    <a:pt x="766029" y="374630"/>
                  </a:cubicBezTo>
                  <a:cubicBezTo>
                    <a:pt x="914248" y="365740"/>
                    <a:pt x="1073548" y="363200"/>
                    <a:pt x="1227308" y="368280"/>
                  </a:cubicBezTo>
                  <a:cubicBezTo>
                    <a:pt x="1381068" y="372090"/>
                    <a:pt x="1537598" y="386060"/>
                    <a:pt x="1685817" y="402570"/>
                  </a:cubicBezTo>
                  <a:cubicBezTo>
                    <a:pt x="1827110" y="419080"/>
                    <a:pt x="2066754" y="417810"/>
                    <a:pt x="2095843" y="464800"/>
                  </a:cubicBezTo>
                  <a:cubicBezTo>
                    <a:pt x="2111081" y="488930"/>
                    <a:pt x="2066754" y="558780"/>
                    <a:pt x="2058442" y="558780"/>
                  </a:cubicBezTo>
                  <a:cubicBezTo>
                    <a:pt x="2048746" y="557510"/>
                    <a:pt x="2027967" y="476230"/>
                    <a:pt x="2041819" y="459720"/>
                  </a:cubicBezTo>
                  <a:cubicBezTo>
                    <a:pt x="2052901" y="445750"/>
                    <a:pt x="2093073" y="445750"/>
                    <a:pt x="2112466" y="452100"/>
                  </a:cubicBezTo>
                  <a:cubicBezTo>
                    <a:pt x="2129089" y="457180"/>
                    <a:pt x="2144326" y="471150"/>
                    <a:pt x="2152637" y="485120"/>
                  </a:cubicBezTo>
                  <a:cubicBezTo>
                    <a:pt x="2159564" y="497820"/>
                    <a:pt x="2162334" y="519410"/>
                    <a:pt x="2158178" y="533380"/>
                  </a:cubicBezTo>
                  <a:cubicBezTo>
                    <a:pt x="2154023" y="548620"/>
                    <a:pt x="2141556" y="565130"/>
                    <a:pt x="2127703" y="574020"/>
                  </a:cubicBezTo>
                  <a:cubicBezTo>
                    <a:pt x="2115236" y="582910"/>
                    <a:pt x="2094458" y="593070"/>
                    <a:pt x="2084762" y="586720"/>
                  </a:cubicBezTo>
                  <a:cubicBezTo>
                    <a:pt x="2066754" y="575290"/>
                    <a:pt x="2102769" y="458450"/>
                    <a:pt x="2084762" y="447020"/>
                  </a:cubicBezTo>
                  <a:cubicBezTo>
                    <a:pt x="2075065" y="440670"/>
                    <a:pt x="2041819" y="458450"/>
                    <a:pt x="2041819" y="459720"/>
                  </a:cubicBezTo>
                  <a:cubicBezTo>
                    <a:pt x="2041819" y="460990"/>
                    <a:pt x="2091688" y="444480"/>
                    <a:pt x="2112466" y="452100"/>
                  </a:cubicBezTo>
                  <a:cubicBezTo>
                    <a:pt x="2131859" y="458450"/>
                    <a:pt x="2152637" y="485120"/>
                    <a:pt x="2158178" y="500360"/>
                  </a:cubicBezTo>
                  <a:cubicBezTo>
                    <a:pt x="2163719" y="511790"/>
                    <a:pt x="2162334" y="523220"/>
                    <a:pt x="2158178" y="533380"/>
                  </a:cubicBezTo>
                  <a:cubicBezTo>
                    <a:pt x="2154023" y="547350"/>
                    <a:pt x="2127703" y="574020"/>
                    <a:pt x="2127703" y="574020"/>
                  </a:cubicBezTo>
                  <a:cubicBezTo>
                    <a:pt x="2127703" y="575290"/>
                    <a:pt x="2188653" y="504170"/>
                    <a:pt x="2185883" y="501630"/>
                  </a:cubicBezTo>
                  <a:cubicBezTo>
                    <a:pt x="2183112" y="499090"/>
                    <a:pt x="2126318" y="586720"/>
                    <a:pt x="2070909" y="603230"/>
                  </a:cubicBezTo>
                  <a:cubicBezTo>
                    <a:pt x="1980870" y="628630"/>
                    <a:pt x="1795250" y="556240"/>
                    <a:pt x="1667809" y="541000"/>
                  </a:cubicBezTo>
                  <a:cubicBezTo>
                    <a:pt x="1551450" y="528300"/>
                    <a:pt x="1461411" y="518140"/>
                    <a:pt x="1336741" y="513060"/>
                  </a:cubicBezTo>
                  <a:cubicBezTo>
                    <a:pt x="1174670" y="505440"/>
                    <a:pt x="946108" y="504170"/>
                    <a:pt x="775725" y="514330"/>
                  </a:cubicBezTo>
                  <a:cubicBezTo>
                    <a:pt x="634432" y="523220"/>
                    <a:pt x="447427" y="558780"/>
                    <a:pt x="387862" y="558780"/>
                  </a:cubicBezTo>
                  <a:cubicBezTo>
                    <a:pt x="369855" y="558780"/>
                    <a:pt x="362928" y="558780"/>
                    <a:pt x="351847" y="553700"/>
                  </a:cubicBezTo>
                  <a:cubicBezTo>
                    <a:pt x="337994" y="547350"/>
                    <a:pt x="318601" y="534650"/>
                    <a:pt x="311675" y="519410"/>
                  </a:cubicBezTo>
                  <a:cubicBezTo>
                    <a:pt x="304749" y="502900"/>
                    <a:pt x="306134" y="471150"/>
                    <a:pt x="314446" y="454640"/>
                  </a:cubicBezTo>
                  <a:cubicBezTo>
                    <a:pt x="322757" y="440670"/>
                    <a:pt x="332454" y="434320"/>
                    <a:pt x="356002" y="422890"/>
                  </a:cubicBezTo>
                  <a:cubicBezTo>
                    <a:pt x="433575" y="387330"/>
                    <a:pt x="717546" y="341610"/>
                    <a:pt x="911477" y="311130"/>
                  </a:cubicBezTo>
                  <a:cubicBezTo>
                    <a:pt x="1122031" y="276840"/>
                    <a:pt x="1408772" y="246360"/>
                    <a:pt x="1573614" y="232390"/>
                  </a:cubicBezTo>
                  <a:cubicBezTo>
                    <a:pt x="1669194" y="224770"/>
                    <a:pt x="1701055" y="223500"/>
                    <a:pt x="1803561" y="223500"/>
                  </a:cubicBezTo>
                  <a:cubicBezTo>
                    <a:pt x="2011344" y="220960"/>
                    <a:pt x="2435223" y="227310"/>
                    <a:pt x="2739972" y="246360"/>
                  </a:cubicBezTo>
                  <a:cubicBezTo>
                    <a:pt x="3030869" y="264140"/>
                    <a:pt x="3377175" y="316210"/>
                    <a:pt x="3590499" y="332720"/>
                  </a:cubicBezTo>
                  <a:cubicBezTo>
                    <a:pt x="3717940" y="342880"/>
                    <a:pt x="3778890" y="340340"/>
                    <a:pt x="3898019" y="350500"/>
                  </a:cubicBezTo>
                  <a:cubicBezTo>
                    <a:pt x="4064246" y="363200"/>
                    <a:pt x="4425790" y="382250"/>
                    <a:pt x="4493665" y="411460"/>
                  </a:cubicBezTo>
                  <a:cubicBezTo>
                    <a:pt x="4510288" y="419080"/>
                    <a:pt x="4513058" y="425430"/>
                    <a:pt x="4518599" y="435590"/>
                  </a:cubicBezTo>
                  <a:cubicBezTo>
                    <a:pt x="4525525" y="448290"/>
                    <a:pt x="4531066" y="468610"/>
                    <a:pt x="4528296" y="483850"/>
                  </a:cubicBezTo>
                  <a:cubicBezTo>
                    <a:pt x="4525525" y="499090"/>
                    <a:pt x="4514443" y="516870"/>
                    <a:pt x="4500591" y="527030"/>
                  </a:cubicBezTo>
                  <a:cubicBezTo>
                    <a:pt x="4488125" y="535920"/>
                    <a:pt x="4474272" y="542270"/>
                    <a:pt x="4449338" y="541000"/>
                  </a:cubicBezTo>
                  <a:cubicBezTo>
                    <a:pt x="4388388" y="539730"/>
                    <a:pt x="4266489" y="468610"/>
                    <a:pt x="4133507" y="430510"/>
                  </a:cubicBezTo>
                  <a:cubicBezTo>
                    <a:pt x="3914642" y="369550"/>
                    <a:pt x="3483837" y="280650"/>
                    <a:pt x="3251120" y="241280"/>
                  </a:cubicBezTo>
                  <a:cubicBezTo>
                    <a:pt x="3101516" y="215880"/>
                    <a:pt x="3022558" y="209530"/>
                    <a:pt x="2879880" y="195560"/>
                  </a:cubicBezTo>
                  <a:cubicBezTo>
                    <a:pt x="2691489" y="176510"/>
                    <a:pt x="2435223" y="152380"/>
                    <a:pt x="2213587" y="144760"/>
                  </a:cubicBezTo>
                  <a:cubicBezTo>
                    <a:pt x="1997492" y="135870"/>
                    <a:pt x="1775857" y="135870"/>
                    <a:pt x="1565303" y="144760"/>
                  </a:cubicBezTo>
                  <a:cubicBezTo>
                    <a:pt x="1365830" y="152380"/>
                    <a:pt x="1184366" y="170160"/>
                    <a:pt x="980738" y="194290"/>
                  </a:cubicBezTo>
                  <a:cubicBezTo>
                    <a:pt x="756332" y="220960"/>
                    <a:pt x="447427" y="267950"/>
                    <a:pt x="277045" y="300970"/>
                  </a:cubicBezTo>
                  <a:cubicBezTo>
                    <a:pt x="178694" y="320020"/>
                    <a:pt x="92810" y="377170"/>
                    <a:pt x="47097" y="355580"/>
                  </a:cubicBezTo>
                  <a:cubicBezTo>
                    <a:pt x="11082" y="336530"/>
                    <a:pt x="0" y="220960"/>
                    <a:pt x="0" y="220960"/>
                  </a:cubicBezTo>
                </a:path>
              </a:pathLst>
            </a:custGeom>
            <a:solidFill>
              <a:srgbClr val="FFC700"/>
            </a:solidFill>
            <a:ln cap="sq">
              <a:noFill/>
              <a:prstDash val="solid"/>
              <a:miter/>
            </a:ln>
          </p:spPr>
        </p:sp>
      </p:grpSp>
      <p:sp>
        <p:nvSpPr>
          <p:cNvPr name="Freeform 5" id="5"/>
          <p:cNvSpPr/>
          <p:nvPr/>
        </p:nvSpPr>
        <p:spPr>
          <a:xfrm flipH="false" flipV="false" rot="0">
            <a:off x="-1200296" y="1331401"/>
            <a:ext cx="3062016" cy="2917266"/>
          </a:xfrm>
          <a:custGeom>
            <a:avLst/>
            <a:gdLst/>
            <a:ahLst/>
            <a:cxnLst/>
            <a:rect r="r" b="b" t="t" l="l"/>
            <a:pathLst>
              <a:path h="2917266" w="3062016">
                <a:moveTo>
                  <a:pt x="0" y="0"/>
                </a:moveTo>
                <a:lnTo>
                  <a:pt x="3062015" y="0"/>
                </a:lnTo>
                <a:lnTo>
                  <a:pt x="3062015" y="2917266"/>
                </a:lnTo>
                <a:lnTo>
                  <a:pt x="0" y="2917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35647" y="-1723926"/>
            <a:ext cx="3062016" cy="2917266"/>
          </a:xfrm>
          <a:custGeom>
            <a:avLst/>
            <a:gdLst/>
            <a:ahLst/>
            <a:cxnLst/>
            <a:rect r="r" b="b" t="t" l="l"/>
            <a:pathLst>
              <a:path h="2917266" w="3062016">
                <a:moveTo>
                  <a:pt x="0" y="0"/>
                </a:moveTo>
                <a:lnTo>
                  <a:pt x="3062016" y="0"/>
                </a:lnTo>
                <a:lnTo>
                  <a:pt x="3062016" y="2917266"/>
                </a:lnTo>
                <a:lnTo>
                  <a:pt x="0" y="2917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3112376" y="-871783"/>
            <a:ext cx="2368438" cy="2265088"/>
          </a:xfrm>
          <a:custGeom>
            <a:avLst/>
            <a:gdLst/>
            <a:ahLst/>
            <a:cxnLst/>
            <a:rect r="r" b="b" t="t" l="l"/>
            <a:pathLst>
              <a:path h="2265088" w="2368438">
                <a:moveTo>
                  <a:pt x="0" y="0"/>
                </a:moveTo>
                <a:lnTo>
                  <a:pt x="2368438" y="0"/>
                </a:lnTo>
                <a:lnTo>
                  <a:pt x="2368438" y="2265088"/>
                </a:lnTo>
                <a:lnTo>
                  <a:pt x="0" y="22650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6274347" y="-442477"/>
            <a:ext cx="3198770" cy="2919605"/>
          </a:xfrm>
          <a:custGeom>
            <a:avLst/>
            <a:gdLst/>
            <a:ahLst/>
            <a:cxnLst/>
            <a:rect r="r" b="b" t="t" l="l"/>
            <a:pathLst>
              <a:path h="2919605" w="3198770">
                <a:moveTo>
                  <a:pt x="0" y="0"/>
                </a:moveTo>
                <a:lnTo>
                  <a:pt x="3198770" y="0"/>
                </a:lnTo>
                <a:lnTo>
                  <a:pt x="3198770" y="2919605"/>
                </a:lnTo>
                <a:lnTo>
                  <a:pt x="0" y="2919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false" rot="-488682">
            <a:off x="85695" y="4480834"/>
            <a:ext cx="3754867" cy="6705120"/>
          </a:xfrm>
          <a:custGeom>
            <a:avLst/>
            <a:gdLst/>
            <a:ahLst/>
            <a:cxnLst/>
            <a:rect r="r" b="b" t="t" l="l"/>
            <a:pathLst>
              <a:path h="6705120" w="3754867">
                <a:moveTo>
                  <a:pt x="3754867" y="0"/>
                </a:moveTo>
                <a:lnTo>
                  <a:pt x="0" y="0"/>
                </a:lnTo>
                <a:lnTo>
                  <a:pt x="0" y="6705120"/>
                </a:lnTo>
                <a:lnTo>
                  <a:pt x="3754867" y="6705120"/>
                </a:lnTo>
                <a:lnTo>
                  <a:pt x="3754867"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true" flipV="false" rot="1075988">
            <a:off x="13653507" y="4394488"/>
            <a:ext cx="5241680" cy="7225373"/>
          </a:xfrm>
          <a:custGeom>
            <a:avLst/>
            <a:gdLst/>
            <a:ahLst/>
            <a:cxnLst/>
            <a:rect r="r" b="b" t="t" l="l"/>
            <a:pathLst>
              <a:path h="7225373" w="5241680">
                <a:moveTo>
                  <a:pt x="5241680" y="0"/>
                </a:moveTo>
                <a:lnTo>
                  <a:pt x="0" y="0"/>
                </a:lnTo>
                <a:lnTo>
                  <a:pt x="0" y="7225373"/>
                </a:lnTo>
                <a:lnTo>
                  <a:pt x="5241680" y="7225373"/>
                </a:lnTo>
                <a:lnTo>
                  <a:pt x="524168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1" id="11"/>
          <p:cNvSpPr/>
          <p:nvPr/>
        </p:nvSpPr>
        <p:spPr>
          <a:xfrm flipH="false" flipV="false" rot="-1309112">
            <a:off x="1038052" y="-517387"/>
            <a:ext cx="1403238" cy="1882393"/>
          </a:xfrm>
          <a:custGeom>
            <a:avLst/>
            <a:gdLst/>
            <a:ahLst/>
            <a:cxnLst/>
            <a:rect r="r" b="b" t="t" l="l"/>
            <a:pathLst>
              <a:path h="1882393" w="1403238">
                <a:moveTo>
                  <a:pt x="0" y="0"/>
                </a:moveTo>
                <a:lnTo>
                  <a:pt x="1403238" y="0"/>
                </a:lnTo>
                <a:lnTo>
                  <a:pt x="1403238" y="1882393"/>
                </a:lnTo>
                <a:lnTo>
                  <a:pt x="0" y="188239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3112376" y="2388211"/>
            <a:ext cx="592382" cy="592382"/>
          </a:xfrm>
          <a:custGeom>
            <a:avLst/>
            <a:gdLst/>
            <a:ahLst/>
            <a:cxnLst/>
            <a:rect r="r" b="b" t="t" l="l"/>
            <a:pathLst>
              <a:path h="592382" w="592382">
                <a:moveTo>
                  <a:pt x="0" y="0"/>
                </a:moveTo>
                <a:lnTo>
                  <a:pt x="592381" y="0"/>
                </a:lnTo>
                <a:lnTo>
                  <a:pt x="592381" y="592381"/>
                </a:lnTo>
                <a:lnTo>
                  <a:pt x="0" y="59238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7185084" y="3520220"/>
            <a:ext cx="592382" cy="592382"/>
          </a:xfrm>
          <a:custGeom>
            <a:avLst/>
            <a:gdLst/>
            <a:ahLst/>
            <a:cxnLst/>
            <a:rect r="r" b="b" t="t" l="l"/>
            <a:pathLst>
              <a:path h="592382" w="592382">
                <a:moveTo>
                  <a:pt x="0" y="0"/>
                </a:moveTo>
                <a:lnTo>
                  <a:pt x="592381" y="0"/>
                </a:lnTo>
                <a:lnTo>
                  <a:pt x="592381" y="592382"/>
                </a:lnTo>
                <a:lnTo>
                  <a:pt x="0" y="59238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false" flipV="false" rot="0">
            <a:off x="6485696" y="7833394"/>
            <a:ext cx="5316608" cy="2706637"/>
          </a:xfrm>
          <a:custGeom>
            <a:avLst/>
            <a:gdLst/>
            <a:ahLst/>
            <a:cxnLst/>
            <a:rect r="r" b="b" t="t" l="l"/>
            <a:pathLst>
              <a:path h="2706637" w="5316608">
                <a:moveTo>
                  <a:pt x="0" y="0"/>
                </a:moveTo>
                <a:lnTo>
                  <a:pt x="5316608" y="0"/>
                </a:lnTo>
                <a:lnTo>
                  <a:pt x="5316608" y="2706637"/>
                </a:lnTo>
                <a:lnTo>
                  <a:pt x="0" y="270663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5" id="15"/>
          <p:cNvSpPr/>
          <p:nvPr/>
        </p:nvSpPr>
        <p:spPr>
          <a:xfrm flipH="false" flipV="false" rot="0">
            <a:off x="12966655" y="1840296"/>
            <a:ext cx="2550067" cy="1275034"/>
          </a:xfrm>
          <a:custGeom>
            <a:avLst/>
            <a:gdLst/>
            <a:ahLst/>
            <a:cxnLst/>
            <a:rect r="r" b="b" t="t" l="l"/>
            <a:pathLst>
              <a:path h="1275034" w="2550067">
                <a:moveTo>
                  <a:pt x="0" y="0"/>
                </a:moveTo>
                <a:lnTo>
                  <a:pt x="2550067" y="0"/>
                </a:lnTo>
                <a:lnTo>
                  <a:pt x="2550067" y="1275034"/>
                </a:lnTo>
                <a:lnTo>
                  <a:pt x="0" y="127503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6" id="16"/>
          <p:cNvSpPr txBox="true"/>
          <p:nvPr/>
        </p:nvSpPr>
        <p:spPr>
          <a:xfrm rot="0">
            <a:off x="6425414" y="2274396"/>
            <a:ext cx="5476795" cy="1715162"/>
          </a:xfrm>
          <a:prstGeom prst="rect">
            <a:avLst/>
          </a:prstGeom>
        </p:spPr>
        <p:txBody>
          <a:bodyPr anchor="t" rtlCol="false" tIns="0" lIns="0" bIns="0" rIns="0">
            <a:spAutoFit/>
          </a:bodyPr>
          <a:lstStyle/>
          <a:p>
            <a:pPr algn="ctr" marL="0" indent="0" lvl="0">
              <a:lnSpc>
                <a:spcPts val="10800"/>
              </a:lnSpc>
              <a:spcBef>
                <a:spcPct val="0"/>
              </a:spcBef>
            </a:pPr>
            <a:r>
              <a:rPr lang="en-US" b="true" sz="7714">
                <a:solidFill>
                  <a:srgbClr val="000000"/>
                </a:solidFill>
                <a:latin typeface="Nunito Ultra-Bold"/>
                <a:ea typeface="Nunito Ultra-Bold"/>
                <a:cs typeface="Nunito Ultra-Bold"/>
                <a:sym typeface="Nunito Ultra-Bold"/>
              </a:rPr>
              <a:t>TODO APP</a:t>
            </a:r>
          </a:p>
        </p:txBody>
      </p:sp>
      <p:sp>
        <p:nvSpPr>
          <p:cNvPr name="TextBox 17" id="17"/>
          <p:cNvSpPr txBox="true"/>
          <p:nvPr/>
        </p:nvSpPr>
        <p:spPr>
          <a:xfrm rot="0">
            <a:off x="3660399" y="6951804"/>
            <a:ext cx="10837264" cy="887342"/>
          </a:xfrm>
          <a:prstGeom prst="rect">
            <a:avLst/>
          </a:prstGeom>
        </p:spPr>
        <p:txBody>
          <a:bodyPr anchor="t" rtlCol="false" tIns="0" lIns="0" bIns="0" rIns="0">
            <a:spAutoFit/>
          </a:bodyPr>
          <a:lstStyle/>
          <a:p>
            <a:pPr algn="ctr" marL="0" indent="0" lvl="0">
              <a:lnSpc>
                <a:spcPts val="6807"/>
              </a:lnSpc>
              <a:spcBef>
                <a:spcPct val="0"/>
              </a:spcBef>
            </a:pPr>
            <a:r>
              <a:rPr lang="en-US" sz="6244" spc="-405">
                <a:solidFill>
                  <a:srgbClr val="000000"/>
                </a:solidFill>
                <a:latin typeface="Lazydog"/>
                <a:ea typeface="Lazydog"/>
                <a:cs typeface="Lazydog"/>
                <a:sym typeface="Lazydog"/>
              </a:rPr>
              <a:t>KELOMPOK 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8FF"/>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7031581" y="-180917"/>
            <a:ext cx="6389300" cy="10648833"/>
          </a:xfrm>
          <a:custGeom>
            <a:avLst/>
            <a:gdLst/>
            <a:ahLst/>
            <a:cxnLst/>
            <a:rect r="r" b="b" t="t" l="l"/>
            <a:pathLst>
              <a:path h="10648833" w="6389300">
                <a:moveTo>
                  <a:pt x="0" y="0"/>
                </a:moveTo>
                <a:lnTo>
                  <a:pt x="6389300" y="0"/>
                </a:lnTo>
                <a:lnTo>
                  <a:pt x="6389300" y="10648834"/>
                </a:lnTo>
                <a:lnTo>
                  <a:pt x="0" y="106488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667590" y="1243975"/>
            <a:ext cx="4627215" cy="7313128"/>
          </a:xfrm>
          <a:custGeom>
            <a:avLst/>
            <a:gdLst/>
            <a:ahLst/>
            <a:cxnLst/>
            <a:rect r="r" b="b" t="t" l="l"/>
            <a:pathLst>
              <a:path h="7313128" w="4627215">
                <a:moveTo>
                  <a:pt x="4627216" y="0"/>
                </a:moveTo>
                <a:lnTo>
                  <a:pt x="0" y="0"/>
                </a:lnTo>
                <a:lnTo>
                  <a:pt x="0" y="7313128"/>
                </a:lnTo>
                <a:lnTo>
                  <a:pt x="4627216" y="7313128"/>
                </a:lnTo>
                <a:lnTo>
                  <a:pt x="462721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6642457" y="2006223"/>
            <a:ext cx="7789403" cy="1203325"/>
          </a:xfrm>
          <a:prstGeom prst="rect">
            <a:avLst/>
          </a:prstGeom>
        </p:spPr>
        <p:txBody>
          <a:bodyPr anchor="t" rtlCol="false" tIns="0" lIns="0" bIns="0" rIns="0">
            <a:spAutoFit/>
          </a:bodyPr>
          <a:lstStyle/>
          <a:p>
            <a:pPr algn="l" marL="0" indent="0" lvl="0">
              <a:lnSpc>
                <a:spcPts val="9799"/>
              </a:lnSpc>
              <a:spcBef>
                <a:spcPct val="0"/>
              </a:spcBef>
            </a:pPr>
            <a:r>
              <a:rPr lang="en-US" sz="6999" spc="-356">
                <a:solidFill>
                  <a:srgbClr val="000000"/>
                </a:solidFill>
                <a:latin typeface="Lazydog"/>
                <a:ea typeface="Lazydog"/>
                <a:cs typeface="Lazydog"/>
                <a:sym typeface="Lazydog"/>
              </a:rPr>
              <a:t>ANGGOTA:</a:t>
            </a:r>
          </a:p>
        </p:txBody>
      </p:sp>
      <p:sp>
        <p:nvSpPr>
          <p:cNvPr name="Freeform 5" id="5"/>
          <p:cNvSpPr/>
          <p:nvPr/>
        </p:nvSpPr>
        <p:spPr>
          <a:xfrm flipH="false" flipV="false" rot="0">
            <a:off x="13694471" y="1028700"/>
            <a:ext cx="3062016" cy="2917266"/>
          </a:xfrm>
          <a:custGeom>
            <a:avLst/>
            <a:gdLst/>
            <a:ahLst/>
            <a:cxnLst/>
            <a:rect r="r" b="b" t="t" l="l"/>
            <a:pathLst>
              <a:path h="2917266" w="3062016">
                <a:moveTo>
                  <a:pt x="0" y="0"/>
                </a:moveTo>
                <a:lnTo>
                  <a:pt x="3062015" y="0"/>
                </a:lnTo>
                <a:lnTo>
                  <a:pt x="3062015" y="2917266"/>
                </a:lnTo>
                <a:lnTo>
                  <a:pt x="0" y="291726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5036506" y="3438275"/>
            <a:ext cx="11001305" cy="4213225"/>
          </a:xfrm>
          <a:prstGeom prst="rect">
            <a:avLst/>
          </a:prstGeom>
        </p:spPr>
        <p:txBody>
          <a:bodyPr anchor="t" rtlCol="false" tIns="0" lIns="0" bIns="0" rIns="0">
            <a:spAutoFit/>
          </a:bodyPr>
          <a:lstStyle/>
          <a:p>
            <a:pPr algn="l">
              <a:lnSpc>
                <a:spcPts val="5599"/>
              </a:lnSpc>
            </a:pPr>
            <a:r>
              <a:rPr lang="en-US" sz="3999" spc="-203">
                <a:solidFill>
                  <a:srgbClr val="000000"/>
                </a:solidFill>
                <a:latin typeface="Lazydog"/>
                <a:ea typeface="Lazydog"/>
                <a:cs typeface="Lazydog"/>
                <a:sym typeface="Lazydog"/>
              </a:rPr>
              <a:t>TEGUH IMAM AZKARI (F1D021069) </a:t>
            </a:r>
          </a:p>
          <a:p>
            <a:pPr algn="l">
              <a:lnSpc>
                <a:spcPts val="5599"/>
              </a:lnSpc>
            </a:pPr>
            <a:r>
              <a:rPr lang="en-US" sz="3999" spc="-203">
                <a:solidFill>
                  <a:srgbClr val="000000"/>
                </a:solidFill>
                <a:latin typeface="Lazydog"/>
                <a:ea typeface="Lazydog"/>
                <a:cs typeface="Lazydog"/>
                <a:sym typeface="Lazydog"/>
              </a:rPr>
              <a:t>Azizah Nurul Indah Amriani (F1D02310004) </a:t>
            </a:r>
          </a:p>
          <a:p>
            <a:pPr algn="l">
              <a:lnSpc>
                <a:spcPts val="5599"/>
              </a:lnSpc>
            </a:pPr>
            <a:r>
              <a:rPr lang="en-US" sz="3999" spc="-203">
                <a:solidFill>
                  <a:srgbClr val="000000"/>
                </a:solidFill>
                <a:latin typeface="Lazydog"/>
                <a:ea typeface="Lazydog"/>
                <a:cs typeface="Lazydog"/>
                <a:sym typeface="Lazydog"/>
              </a:rPr>
              <a:t>Intan Nurgitasari (F1D02310060) </a:t>
            </a:r>
          </a:p>
          <a:p>
            <a:pPr algn="l">
              <a:lnSpc>
                <a:spcPts val="5599"/>
              </a:lnSpc>
            </a:pPr>
            <a:r>
              <a:rPr lang="en-US" sz="3999" spc="-203">
                <a:solidFill>
                  <a:srgbClr val="000000"/>
                </a:solidFill>
                <a:latin typeface="Lazydog"/>
                <a:ea typeface="Lazydog"/>
                <a:cs typeface="Lazydog"/>
                <a:sym typeface="Lazydog"/>
              </a:rPr>
              <a:t>Muhammad Arafa Yahfazhka (F1D02310126) </a:t>
            </a:r>
          </a:p>
          <a:p>
            <a:pPr algn="l">
              <a:lnSpc>
                <a:spcPts val="5599"/>
              </a:lnSpc>
            </a:pPr>
            <a:r>
              <a:rPr lang="en-US" sz="3999" spc="-203">
                <a:solidFill>
                  <a:srgbClr val="000000"/>
                </a:solidFill>
                <a:latin typeface="Lazydog"/>
                <a:ea typeface="Lazydog"/>
                <a:cs typeface="Lazydog"/>
                <a:sym typeface="Lazydog"/>
              </a:rPr>
              <a:t>Umam Alparizi (F1D02310141) </a:t>
            </a:r>
          </a:p>
          <a:p>
            <a:pPr algn="l" marL="0" indent="0" lvl="0">
              <a:lnSpc>
                <a:spcPts val="5599"/>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8FF"/>
        </a:solidFill>
      </p:bgPr>
    </p:bg>
    <p:spTree>
      <p:nvGrpSpPr>
        <p:cNvPr id="1" name=""/>
        <p:cNvGrpSpPr/>
        <p:nvPr/>
      </p:nvGrpSpPr>
      <p:grpSpPr>
        <a:xfrm>
          <a:off x="0" y="0"/>
          <a:ext cx="0" cy="0"/>
          <a:chOff x="0" y="0"/>
          <a:chExt cx="0" cy="0"/>
        </a:xfrm>
      </p:grpSpPr>
      <p:sp>
        <p:nvSpPr>
          <p:cNvPr name="Freeform 2" id="2"/>
          <p:cNvSpPr/>
          <p:nvPr/>
        </p:nvSpPr>
        <p:spPr>
          <a:xfrm flipH="false" flipV="false" rot="0">
            <a:off x="1268026" y="4596171"/>
            <a:ext cx="1058682" cy="1037509"/>
          </a:xfrm>
          <a:custGeom>
            <a:avLst/>
            <a:gdLst/>
            <a:ahLst/>
            <a:cxnLst/>
            <a:rect r="r" b="b" t="t" l="l"/>
            <a:pathLst>
              <a:path h="1037509" w="1058682">
                <a:moveTo>
                  <a:pt x="0" y="0"/>
                </a:moveTo>
                <a:lnTo>
                  <a:pt x="1058683" y="0"/>
                </a:lnTo>
                <a:lnTo>
                  <a:pt x="1058683" y="1037508"/>
                </a:lnTo>
                <a:lnTo>
                  <a:pt x="0" y="10375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286221" y="4596171"/>
            <a:ext cx="1058682" cy="1037509"/>
          </a:xfrm>
          <a:custGeom>
            <a:avLst/>
            <a:gdLst/>
            <a:ahLst/>
            <a:cxnLst/>
            <a:rect r="r" b="b" t="t" l="l"/>
            <a:pathLst>
              <a:path h="1037509" w="1058682">
                <a:moveTo>
                  <a:pt x="0" y="0"/>
                </a:moveTo>
                <a:lnTo>
                  <a:pt x="1058682" y="0"/>
                </a:lnTo>
                <a:lnTo>
                  <a:pt x="1058682" y="1037508"/>
                </a:lnTo>
                <a:lnTo>
                  <a:pt x="0" y="10375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8026" y="5918679"/>
            <a:ext cx="1058682" cy="1037509"/>
          </a:xfrm>
          <a:custGeom>
            <a:avLst/>
            <a:gdLst/>
            <a:ahLst/>
            <a:cxnLst/>
            <a:rect r="r" b="b" t="t" l="l"/>
            <a:pathLst>
              <a:path h="1037509" w="1058682">
                <a:moveTo>
                  <a:pt x="0" y="0"/>
                </a:moveTo>
                <a:lnTo>
                  <a:pt x="1058683" y="0"/>
                </a:lnTo>
                <a:lnTo>
                  <a:pt x="1058683" y="1037509"/>
                </a:lnTo>
                <a:lnTo>
                  <a:pt x="0" y="10375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286221" y="5918679"/>
            <a:ext cx="1058682" cy="1037509"/>
          </a:xfrm>
          <a:custGeom>
            <a:avLst/>
            <a:gdLst/>
            <a:ahLst/>
            <a:cxnLst/>
            <a:rect r="r" b="b" t="t" l="l"/>
            <a:pathLst>
              <a:path h="1037509" w="1058682">
                <a:moveTo>
                  <a:pt x="0" y="0"/>
                </a:moveTo>
                <a:lnTo>
                  <a:pt x="1058682" y="0"/>
                </a:lnTo>
                <a:lnTo>
                  <a:pt x="1058682" y="1037509"/>
                </a:lnTo>
                <a:lnTo>
                  <a:pt x="0" y="10375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268026" y="7304626"/>
            <a:ext cx="1058682" cy="1037509"/>
          </a:xfrm>
          <a:custGeom>
            <a:avLst/>
            <a:gdLst/>
            <a:ahLst/>
            <a:cxnLst/>
            <a:rect r="r" b="b" t="t" l="l"/>
            <a:pathLst>
              <a:path h="1037509" w="1058682">
                <a:moveTo>
                  <a:pt x="0" y="0"/>
                </a:moveTo>
                <a:lnTo>
                  <a:pt x="1058683" y="0"/>
                </a:lnTo>
                <a:lnTo>
                  <a:pt x="1058683" y="1037509"/>
                </a:lnTo>
                <a:lnTo>
                  <a:pt x="0" y="10375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7286221" y="7304626"/>
            <a:ext cx="1058682" cy="1037509"/>
          </a:xfrm>
          <a:custGeom>
            <a:avLst/>
            <a:gdLst/>
            <a:ahLst/>
            <a:cxnLst/>
            <a:rect r="r" b="b" t="t" l="l"/>
            <a:pathLst>
              <a:path h="1037509" w="1058682">
                <a:moveTo>
                  <a:pt x="0" y="0"/>
                </a:moveTo>
                <a:lnTo>
                  <a:pt x="1058682" y="0"/>
                </a:lnTo>
                <a:lnTo>
                  <a:pt x="1058682" y="1037509"/>
                </a:lnTo>
                <a:lnTo>
                  <a:pt x="0" y="10375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8641287" y="6224120"/>
            <a:ext cx="3950990" cy="1074896"/>
          </a:xfrm>
          <a:prstGeom prst="rect">
            <a:avLst/>
          </a:prstGeom>
        </p:spPr>
        <p:txBody>
          <a:bodyPr anchor="t" rtlCol="false" tIns="0" lIns="0" bIns="0" rIns="0">
            <a:spAutoFit/>
          </a:bodyPr>
          <a:lstStyle/>
          <a:p>
            <a:pPr algn="l" marL="0" indent="0" lvl="0">
              <a:lnSpc>
                <a:spcPts val="4278"/>
              </a:lnSpc>
            </a:pPr>
            <a:r>
              <a:rPr lang="en-US" b="true" sz="3056">
                <a:solidFill>
                  <a:srgbClr val="000000"/>
                </a:solidFill>
                <a:latin typeface="Nunito Bold"/>
                <a:ea typeface="Nunito Bold"/>
                <a:cs typeface="Nunito Bold"/>
                <a:sym typeface="Nunito Bold"/>
              </a:rPr>
              <a:t>Diagram Desain &amp; Demo Aplikasi</a:t>
            </a:r>
          </a:p>
        </p:txBody>
      </p:sp>
      <p:sp>
        <p:nvSpPr>
          <p:cNvPr name="TextBox 9" id="9"/>
          <p:cNvSpPr txBox="true"/>
          <p:nvPr/>
        </p:nvSpPr>
        <p:spPr>
          <a:xfrm rot="0">
            <a:off x="8681321" y="4815602"/>
            <a:ext cx="4135423" cy="531971"/>
          </a:xfrm>
          <a:prstGeom prst="rect">
            <a:avLst/>
          </a:prstGeom>
        </p:spPr>
        <p:txBody>
          <a:bodyPr anchor="t" rtlCol="false" tIns="0" lIns="0" bIns="0" rIns="0">
            <a:spAutoFit/>
          </a:bodyPr>
          <a:lstStyle/>
          <a:p>
            <a:pPr algn="l" marL="0" indent="0" lvl="0">
              <a:lnSpc>
                <a:spcPts val="4278"/>
              </a:lnSpc>
              <a:spcBef>
                <a:spcPct val="0"/>
              </a:spcBef>
            </a:pPr>
            <a:r>
              <a:rPr lang="en-US" b="true" sz="3056">
                <a:solidFill>
                  <a:srgbClr val="000000"/>
                </a:solidFill>
                <a:latin typeface="Nunito Bold"/>
                <a:ea typeface="Nunito Bold"/>
                <a:cs typeface="Nunito Bold"/>
                <a:sym typeface="Nunito Bold"/>
              </a:rPr>
              <a:t>Tujuan</a:t>
            </a:r>
          </a:p>
        </p:txBody>
      </p:sp>
      <p:sp>
        <p:nvSpPr>
          <p:cNvPr name="TextBox 10" id="10"/>
          <p:cNvSpPr txBox="true"/>
          <p:nvPr/>
        </p:nvSpPr>
        <p:spPr>
          <a:xfrm rot="0">
            <a:off x="8681321" y="7611517"/>
            <a:ext cx="2857500" cy="531971"/>
          </a:xfrm>
          <a:prstGeom prst="rect">
            <a:avLst/>
          </a:prstGeom>
        </p:spPr>
        <p:txBody>
          <a:bodyPr anchor="t" rtlCol="false" tIns="0" lIns="0" bIns="0" rIns="0">
            <a:spAutoFit/>
          </a:bodyPr>
          <a:lstStyle/>
          <a:p>
            <a:pPr algn="l" marL="0" indent="0" lvl="0">
              <a:lnSpc>
                <a:spcPts val="4278"/>
              </a:lnSpc>
            </a:pPr>
            <a:r>
              <a:rPr lang="en-US" b="true" sz="3056">
                <a:solidFill>
                  <a:srgbClr val="000000"/>
                </a:solidFill>
                <a:latin typeface="Nunito Bold"/>
                <a:ea typeface="Nunito Bold"/>
                <a:cs typeface="Nunito Bold"/>
                <a:sym typeface="Nunito Bold"/>
              </a:rPr>
              <a:t>Kesimpulan</a:t>
            </a:r>
          </a:p>
        </p:txBody>
      </p:sp>
      <p:sp>
        <p:nvSpPr>
          <p:cNvPr name="TextBox 11" id="11"/>
          <p:cNvSpPr txBox="true"/>
          <p:nvPr/>
        </p:nvSpPr>
        <p:spPr>
          <a:xfrm rot="0">
            <a:off x="2626755" y="4839128"/>
            <a:ext cx="2857500" cy="531971"/>
          </a:xfrm>
          <a:prstGeom prst="rect">
            <a:avLst/>
          </a:prstGeom>
        </p:spPr>
        <p:txBody>
          <a:bodyPr anchor="t" rtlCol="false" tIns="0" lIns="0" bIns="0" rIns="0">
            <a:spAutoFit/>
          </a:bodyPr>
          <a:lstStyle/>
          <a:p>
            <a:pPr algn="l" marL="0" indent="0" lvl="0">
              <a:lnSpc>
                <a:spcPts val="4278"/>
              </a:lnSpc>
            </a:pPr>
            <a:r>
              <a:rPr lang="en-US" b="true" sz="3056">
                <a:solidFill>
                  <a:srgbClr val="000000"/>
                </a:solidFill>
                <a:latin typeface="Nunito Bold"/>
                <a:ea typeface="Nunito Bold"/>
                <a:cs typeface="Nunito Bold"/>
                <a:sym typeface="Nunito Bold"/>
              </a:rPr>
              <a:t>Latar Belakang</a:t>
            </a:r>
          </a:p>
        </p:txBody>
      </p:sp>
      <p:sp>
        <p:nvSpPr>
          <p:cNvPr name="TextBox 12" id="12"/>
          <p:cNvSpPr txBox="true"/>
          <p:nvPr/>
        </p:nvSpPr>
        <p:spPr>
          <a:xfrm rot="0">
            <a:off x="2626755" y="6232158"/>
            <a:ext cx="3536267" cy="489198"/>
          </a:xfrm>
          <a:prstGeom prst="rect">
            <a:avLst/>
          </a:prstGeom>
        </p:spPr>
        <p:txBody>
          <a:bodyPr anchor="t" rtlCol="false" tIns="0" lIns="0" bIns="0" rIns="0">
            <a:spAutoFit/>
          </a:bodyPr>
          <a:lstStyle/>
          <a:p>
            <a:pPr algn="l" marL="0" indent="0" lvl="0">
              <a:lnSpc>
                <a:spcPts val="4011"/>
              </a:lnSpc>
            </a:pPr>
            <a:r>
              <a:rPr lang="en-US" b="true" sz="2865">
                <a:solidFill>
                  <a:srgbClr val="000000"/>
                </a:solidFill>
                <a:latin typeface="Nunito Bold"/>
                <a:ea typeface="Nunito Bold"/>
                <a:cs typeface="Nunito Bold"/>
                <a:sym typeface="Nunito Bold"/>
              </a:rPr>
              <a:t>Deskripsi Aplikasi</a:t>
            </a:r>
          </a:p>
        </p:txBody>
      </p:sp>
      <p:sp>
        <p:nvSpPr>
          <p:cNvPr name="TextBox 13" id="13"/>
          <p:cNvSpPr txBox="true"/>
          <p:nvPr/>
        </p:nvSpPr>
        <p:spPr>
          <a:xfrm rot="0">
            <a:off x="2626755" y="7610029"/>
            <a:ext cx="3672020" cy="531971"/>
          </a:xfrm>
          <a:prstGeom prst="rect">
            <a:avLst/>
          </a:prstGeom>
        </p:spPr>
        <p:txBody>
          <a:bodyPr anchor="t" rtlCol="false" tIns="0" lIns="0" bIns="0" rIns="0">
            <a:spAutoFit/>
          </a:bodyPr>
          <a:lstStyle/>
          <a:p>
            <a:pPr algn="l" marL="0" indent="0" lvl="0">
              <a:lnSpc>
                <a:spcPts val="4278"/>
              </a:lnSpc>
            </a:pPr>
            <a:r>
              <a:rPr lang="en-US" b="true" sz="3056">
                <a:solidFill>
                  <a:srgbClr val="000000"/>
                </a:solidFill>
                <a:latin typeface="Nunito Bold"/>
                <a:ea typeface="Nunito Bold"/>
                <a:cs typeface="Nunito Bold"/>
                <a:sym typeface="Nunito Bold"/>
              </a:rPr>
              <a:t>Batasan Masalah</a:t>
            </a:r>
          </a:p>
        </p:txBody>
      </p:sp>
      <p:sp>
        <p:nvSpPr>
          <p:cNvPr name="TextBox 14" id="14"/>
          <p:cNvSpPr txBox="true"/>
          <p:nvPr/>
        </p:nvSpPr>
        <p:spPr>
          <a:xfrm rot="0">
            <a:off x="1616392" y="4855168"/>
            <a:ext cx="361950" cy="633173"/>
          </a:xfrm>
          <a:prstGeom prst="rect">
            <a:avLst/>
          </a:prstGeom>
        </p:spPr>
        <p:txBody>
          <a:bodyPr anchor="t" rtlCol="false" tIns="0" lIns="0" bIns="0" rIns="0">
            <a:spAutoFit/>
          </a:bodyPr>
          <a:lstStyle/>
          <a:p>
            <a:pPr algn="ctr" marL="0" indent="0" lvl="0">
              <a:lnSpc>
                <a:spcPts val="4759"/>
              </a:lnSpc>
              <a:spcBef>
                <a:spcPct val="0"/>
              </a:spcBef>
            </a:pPr>
            <a:r>
              <a:rPr lang="en-US" sz="4621" spc="97" strike="noStrike" u="none">
                <a:solidFill>
                  <a:srgbClr val="000000"/>
                </a:solidFill>
                <a:latin typeface="Lazydog"/>
                <a:ea typeface="Lazydog"/>
                <a:cs typeface="Lazydog"/>
                <a:sym typeface="Lazydog"/>
              </a:rPr>
              <a:t>1</a:t>
            </a:r>
          </a:p>
        </p:txBody>
      </p:sp>
      <p:sp>
        <p:nvSpPr>
          <p:cNvPr name="TextBox 15" id="15"/>
          <p:cNvSpPr txBox="true"/>
          <p:nvPr/>
        </p:nvSpPr>
        <p:spPr>
          <a:xfrm rot="0">
            <a:off x="7634587" y="4818291"/>
            <a:ext cx="361950" cy="633173"/>
          </a:xfrm>
          <a:prstGeom prst="rect">
            <a:avLst/>
          </a:prstGeom>
        </p:spPr>
        <p:txBody>
          <a:bodyPr anchor="t" rtlCol="false" tIns="0" lIns="0" bIns="0" rIns="0">
            <a:spAutoFit/>
          </a:bodyPr>
          <a:lstStyle/>
          <a:p>
            <a:pPr algn="ctr" marL="0" indent="0" lvl="0">
              <a:lnSpc>
                <a:spcPts val="4759"/>
              </a:lnSpc>
              <a:spcBef>
                <a:spcPct val="0"/>
              </a:spcBef>
            </a:pPr>
            <a:r>
              <a:rPr lang="en-US" sz="4621" spc="97" strike="noStrike" u="none">
                <a:solidFill>
                  <a:srgbClr val="000000"/>
                </a:solidFill>
                <a:latin typeface="Lazydog"/>
                <a:ea typeface="Lazydog"/>
                <a:cs typeface="Lazydog"/>
                <a:sym typeface="Lazydog"/>
              </a:rPr>
              <a:t>4</a:t>
            </a:r>
          </a:p>
        </p:txBody>
      </p:sp>
      <p:sp>
        <p:nvSpPr>
          <p:cNvPr name="TextBox 16" id="16"/>
          <p:cNvSpPr txBox="true"/>
          <p:nvPr/>
        </p:nvSpPr>
        <p:spPr>
          <a:xfrm rot="0">
            <a:off x="1616392" y="6154171"/>
            <a:ext cx="361950" cy="633173"/>
          </a:xfrm>
          <a:prstGeom prst="rect">
            <a:avLst/>
          </a:prstGeom>
        </p:spPr>
        <p:txBody>
          <a:bodyPr anchor="t" rtlCol="false" tIns="0" lIns="0" bIns="0" rIns="0">
            <a:spAutoFit/>
          </a:bodyPr>
          <a:lstStyle/>
          <a:p>
            <a:pPr algn="ctr" marL="0" indent="0" lvl="0">
              <a:lnSpc>
                <a:spcPts val="4759"/>
              </a:lnSpc>
              <a:spcBef>
                <a:spcPct val="0"/>
              </a:spcBef>
            </a:pPr>
            <a:r>
              <a:rPr lang="en-US" sz="4621" spc="97" strike="noStrike" u="none">
                <a:solidFill>
                  <a:srgbClr val="000000"/>
                </a:solidFill>
                <a:latin typeface="Lazydog"/>
                <a:ea typeface="Lazydog"/>
                <a:cs typeface="Lazydog"/>
                <a:sym typeface="Lazydog"/>
              </a:rPr>
              <a:t>2</a:t>
            </a:r>
          </a:p>
        </p:txBody>
      </p:sp>
      <p:sp>
        <p:nvSpPr>
          <p:cNvPr name="TextBox 17" id="17"/>
          <p:cNvSpPr txBox="true"/>
          <p:nvPr/>
        </p:nvSpPr>
        <p:spPr>
          <a:xfrm rot="0">
            <a:off x="7634587" y="6154171"/>
            <a:ext cx="361950" cy="633173"/>
          </a:xfrm>
          <a:prstGeom prst="rect">
            <a:avLst/>
          </a:prstGeom>
        </p:spPr>
        <p:txBody>
          <a:bodyPr anchor="t" rtlCol="false" tIns="0" lIns="0" bIns="0" rIns="0">
            <a:spAutoFit/>
          </a:bodyPr>
          <a:lstStyle/>
          <a:p>
            <a:pPr algn="ctr" marL="0" indent="0" lvl="0">
              <a:lnSpc>
                <a:spcPts val="4759"/>
              </a:lnSpc>
              <a:spcBef>
                <a:spcPct val="0"/>
              </a:spcBef>
            </a:pPr>
            <a:r>
              <a:rPr lang="en-US" sz="4621" spc="97" strike="noStrike" u="none">
                <a:solidFill>
                  <a:srgbClr val="000000"/>
                </a:solidFill>
                <a:latin typeface="Lazydog"/>
                <a:ea typeface="Lazydog"/>
                <a:cs typeface="Lazydog"/>
                <a:sym typeface="Lazydog"/>
              </a:rPr>
              <a:t>5</a:t>
            </a:r>
          </a:p>
        </p:txBody>
      </p:sp>
      <p:sp>
        <p:nvSpPr>
          <p:cNvPr name="TextBox 18" id="18"/>
          <p:cNvSpPr txBox="true"/>
          <p:nvPr/>
        </p:nvSpPr>
        <p:spPr>
          <a:xfrm rot="0">
            <a:off x="1616392" y="7540118"/>
            <a:ext cx="361950" cy="633173"/>
          </a:xfrm>
          <a:prstGeom prst="rect">
            <a:avLst/>
          </a:prstGeom>
        </p:spPr>
        <p:txBody>
          <a:bodyPr anchor="t" rtlCol="false" tIns="0" lIns="0" bIns="0" rIns="0">
            <a:spAutoFit/>
          </a:bodyPr>
          <a:lstStyle/>
          <a:p>
            <a:pPr algn="ctr" marL="0" indent="0" lvl="0">
              <a:lnSpc>
                <a:spcPts val="4759"/>
              </a:lnSpc>
              <a:spcBef>
                <a:spcPct val="0"/>
              </a:spcBef>
            </a:pPr>
            <a:r>
              <a:rPr lang="en-US" sz="4621" spc="97" strike="noStrike" u="none">
                <a:solidFill>
                  <a:srgbClr val="000000"/>
                </a:solidFill>
                <a:latin typeface="Lazydog"/>
                <a:ea typeface="Lazydog"/>
                <a:cs typeface="Lazydog"/>
                <a:sym typeface="Lazydog"/>
              </a:rPr>
              <a:t>3</a:t>
            </a:r>
          </a:p>
        </p:txBody>
      </p:sp>
      <p:sp>
        <p:nvSpPr>
          <p:cNvPr name="TextBox 19" id="19"/>
          <p:cNvSpPr txBox="true"/>
          <p:nvPr/>
        </p:nvSpPr>
        <p:spPr>
          <a:xfrm rot="0">
            <a:off x="7634587" y="7540118"/>
            <a:ext cx="361950" cy="633173"/>
          </a:xfrm>
          <a:prstGeom prst="rect">
            <a:avLst/>
          </a:prstGeom>
        </p:spPr>
        <p:txBody>
          <a:bodyPr anchor="t" rtlCol="false" tIns="0" lIns="0" bIns="0" rIns="0">
            <a:spAutoFit/>
          </a:bodyPr>
          <a:lstStyle/>
          <a:p>
            <a:pPr algn="ctr" marL="0" indent="0" lvl="0">
              <a:lnSpc>
                <a:spcPts val="4759"/>
              </a:lnSpc>
              <a:spcBef>
                <a:spcPct val="0"/>
              </a:spcBef>
            </a:pPr>
            <a:r>
              <a:rPr lang="en-US" sz="4621" spc="97" strike="noStrike" u="none">
                <a:solidFill>
                  <a:srgbClr val="000000"/>
                </a:solidFill>
                <a:latin typeface="Lazydog"/>
                <a:ea typeface="Lazydog"/>
                <a:cs typeface="Lazydog"/>
                <a:sym typeface="Lazydog"/>
              </a:rPr>
              <a:t>6</a:t>
            </a:r>
          </a:p>
        </p:txBody>
      </p:sp>
      <p:sp>
        <p:nvSpPr>
          <p:cNvPr name="TextBox 20" id="20"/>
          <p:cNvSpPr txBox="true"/>
          <p:nvPr/>
        </p:nvSpPr>
        <p:spPr>
          <a:xfrm rot="0">
            <a:off x="1268026" y="1744840"/>
            <a:ext cx="9622435" cy="1701258"/>
          </a:xfrm>
          <a:prstGeom prst="rect">
            <a:avLst/>
          </a:prstGeom>
        </p:spPr>
        <p:txBody>
          <a:bodyPr anchor="t" rtlCol="false" tIns="0" lIns="0" bIns="0" rIns="0">
            <a:spAutoFit/>
          </a:bodyPr>
          <a:lstStyle/>
          <a:p>
            <a:pPr algn="l" marL="0" indent="0" lvl="0">
              <a:lnSpc>
                <a:spcPts val="13854"/>
              </a:lnSpc>
              <a:spcBef>
                <a:spcPct val="0"/>
              </a:spcBef>
            </a:pPr>
            <a:r>
              <a:rPr lang="en-US" sz="9896" spc="-504">
                <a:solidFill>
                  <a:srgbClr val="000000"/>
                </a:solidFill>
                <a:latin typeface="Lazydog"/>
                <a:ea typeface="Lazydog"/>
                <a:cs typeface="Lazydog"/>
                <a:sym typeface="Lazydog"/>
              </a:rPr>
              <a:t>INDEX</a:t>
            </a:r>
          </a:p>
        </p:txBody>
      </p:sp>
      <p:sp>
        <p:nvSpPr>
          <p:cNvPr name="Freeform 21" id="21"/>
          <p:cNvSpPr/>
          <p:nvPr/>
        </p:nvSpPr>
        <p:spPr>
          <a:xfrm flipH="false" flipV="false" rot="114466">
            <a:off x="12725622" y="1058371"/>
            <a:ext cx="4528349" cy="8086338"/>
          </a:xfrm>
          <a:custGeom>
            <a:avLst/>
            <a:gdLst/>
            <a:ahLst/>
            <a:cxnLst/>
            <a:rect r="r" b="b" t="t" l="l"/>
            <a:pathLst>
              <a:path h="8086338" w="4528349">
                <a:moveTo>
                  <a:pt x="0" y="0"/>
                </a:moveTo>
                <a:lnTo>
                  <a:pt x="4528349" y="0"/>
                </a:lnTo>
                <a:lnTo>
                  <a:pt x="4528349" y="8086338"/>
                </a:lnTo>
                <a:lnTo>
                  <a:pt x="0" y="808633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8FF"/>
        </a:solidFill>
      </p:bgPr>
    </p:bg>
    <p:spTree>
      <p:nvGrpSpPr>
        <p:cNvPr id="1" name=""/>
        <p:cNvGrpSpPr/>
        <p:nvPr/>
      </p:nvGrpSpPr>
      <p:grpSpPr>
        <a:xfrm>
          <a:off x="0" y="0"/>
          <a:ext cx="0" cy="0"/>
          <a:chOff x="0" y="0"/>
          <a:chExt cx="0" cy="0"/>
        </a:xfrm>
      </p:grpSpPr>
      <p:sp>
        <p:nvSpPr>
          <p:cNvPr name="TextBox 2" id="2"/>
          <p:cNvSpPr txBox="true"/>
          <p:nvPr/>
        </p:nvSpPr>
        <p:spPr>
          <a:xfrm rot="0">
            <a:off x="3741839" y="204427"/>
            <a:ext cx="10804322" cy="1477095"/>
          </a:xfrm>
          <a:prstGeom prst="rect">
            <a:avLst/>
          </a:prstGeom>
        </p:spPr>
        <p:txBody>
          <a:bodyPr anchor="t" rtlCol="false" tIns="0" lIns="0" bIns="0" rIns="0">
            <a:spAutoFit/>
          </a:bodyPr>
          <a:lstStyle/>
          <a:p>
            <a:pPr algn="ctr" marL="0" indent="0" lvl="0">
              <a:lnSpc>
                <a:spcPts val="12035"/>
              </a:lnSpc>
              <a:spcBef>
                <a:spcPct val="0"/>
              </a:spcBef>
            </a:pPr>
            <a:r>
              <a:rPr lang="en-US" sz="8596" spc="-438">
                <a:solidFill>
                  <a:srgbClr val="000000"/>
                </a:solidFill>
                <a:latin typeface="Lazydog"/>
                <a:ea typeface="Lazydog"/>
                <a:cs typeface="Lazydog"/>
                <a:sym typeface="Lazydog"/>
              </a:rPr>
              <a:t>LATAR BELAKANG</a:t>
            </a:r>
          </a:p>
        </p:txBody>
      </p:sp>
      <p:sp>
        <p:nvSpPr>
          <p:cNvPr name="TextBox 3" id="3"/>
          <p:cNvSpPr txBox="true"/>
          <p:nvPr/>
        </p:nvSpPr>
        <p:spPr>
          <a:xfrm rot="0">
            <a:off x="1303722" y="1804461"/>
            <a:ext cx="16230600" cy="6877685"/>
          </a:xfrm>
          <a:prstGeom prst="rect">
            <a:avLst/>
          </a:prstGeom>
        </p:spPr>
        <p:txBody>
          <a:bodyPr anchor="t" rtlCol="false" tIns="0" lIns="0" bIns="0" rIns="0">
            <a:spAutoFit/>
          </a:bodyPr>
          <a:lstStyle/>
          <a:p>
            <a:pPr algn="ctr" marL="0" indent="0" lvl="0">
              <a:lnSpc>
                <a:spcPts val="4960"/>
              </a:lnSpc>
              <a:spcBef>
                <a:spcPct val="0"/>
              </a:spcBef>
            </a:pPr>
            <a:r>
              <a:rPr lang="en-US" b="true" sz="3200">
                <a:solidFill>
                  <a:srgbClr val="000000"/>
                </a:solidFill>
                <a:latin typeface="Nunito Semi-Bold"/>
                <a:ea typeface="Nunito Semi-Bold"/>
                <a:cs typeface="Nunito Semi-Bold"/>
                <a:sym typeface="Nunito Semi-Bold"/>
              </a:rPr>
              <a:t>Pe</a:t>
            </a:r>
            <a:r>
              <a:rPr lang="en-US" b="true" sz="3200">
                <a:solidFill>
                  <a:srgbClr val="000000"/>
                </a:solidFill>
                <a:latin typeface="Nunito Semi-Bold"/>
                <a:ea typeface="Nunito Semi-Bold"/>
                <a:cs typeface="Nunito Semi-Bold"/>
                <a:sym typeface="Nunito Semi-Bold"/>
              </a:rPr>
              <a:t>rkembangan teknologi dan penggunaan smartphone yang semakin pesat telah mendorong kebutuhan akan aplikasi yang dapat membantu mengelola aktivitas sehari-hari. Mahasiswa maupun pekerja sering mengalami kesulitan dalam mengatur dan mengingat tugas karena masih menggunakan metode pencatatan konvensional yang kurang efektif. Kondisi tersebut dapat menyebabkan tugas terlupakan, kurang terorganisir, serta menurunkan produktivitas akibat penundaan pekerjaan (procrastination). Oleh karena itu, dikembangkan ToDo App, yaitu aplikasi manajemen tugas berbasis Android yang membantu pengguna mencatat, mengatur, dan memantau penyelesaian tugas secara lebih terstruktur. Selain menjadi solusi praktis, pengembangan aplikasi ini juga merupakan implementasi konsep yang dipelajari pada mata kuliah Pemrograman Bergerak.</a:t>
            </a:r>
          </a:p>
        </p:txBody>
      </p:sp>
      <p:sp>
        <p:nvSpPr>
          <p:cNvPr name="Freeform 4" id="4"/>
          <p:cNvSpPr/>
          <p:nvPr/>
        </p:nvSpPr>
        <p:spPr>
          <a:xfrm flipH="false" flipV="false" rot="-10800000">
            <a:off x="16971549" y="7896668"/>
            <a:ext cx="3062016" cy="2917266"/>
          </a:xfrm>
          <a:custGeom>
            <a:avLst/>
            <a:gdLst/>
            <a:ahLst/>
            <a:cxnLst/>
            <a:rect r="r" b="b" t="t" l="l"/>
            <a:pathLst>
              <a:path h="2917266" w="3062016">
                <a:moveTo>
                  <a:pt x="0" y="0"/>
                </a:moveTo>
                <a:lnTo>
                  <a:pt x="3062015" y="0"/>
                </a:lnTo>
                <a:lnTo>
                  <a:pt x="3062015" y="2917266"/>
                </a:lnTo>
                <a:lnTo>
                  <a:pt x="0" y="2917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800000">
            <a:off x="3775158" y="8909860"/>
            <a:ext cx="3062016" cy="2917266"/>
          </a:xfrm>
          <a:custGeom>
            <a:avLst/>
            <a:gdLst/>
            <a:ahLst/>
            <a:cxnLst/>
            <a:rect r="r" b="b" t="t" l="l"/>
            <a:pathLst>
              <a:path h="2917266" w="3062016">
                <a:moveTo>
                  <a:pt x="0" y="0"/>
                </a:moveTo>
                <a:lnTo>
                  <a:pt x="3062016" y="0"/>
                </a:lnTo>
                <a:lnTo>
                  <a:pt x="3062016" y="2917265"/>
                </a:lnTo>
                <a:lnTo>
                  <a:pt x="0" y="29172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6134118" y="-756667"/>
            <a:ext cx="2368438" cy="2265088"/>
          </a:xfrm>
          <a:custGeom>
            <a:avLst/>
            <a:gdLst/>
            <a:ahLst/>
            <a:cxnLst/>
            <a:rect r="r" b="b" t="t" l="l"/>
            <a:pathLst>
              <a:path h="2265088" w="2368438">
                <a:moveTo>
                  <a:pt x="0" y="0"/>
                </a:moveTo>
                <a:lnTo>
                  <a:pt x="2368439" y="0"/>
                </a:lnTo>
                <a:lnTo>
                  <a:pt x="2368439" y="2265089"/>
                </a:lnTo>
                <a:lnTo>
                  <a:pt x="0" y="22650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0800000">
            <a:off x="-1200296" y="7626072"/>
            <a:ext cx="3198770" cy="2919605"/>
          </a:xfrm>
          <a:custGeom>
            <a:avLst/>
            <a:gdLst/>
            <a:ahLst/>
            <a:cxnLst/>
            <a:rect r="r" b="b" t="t" l="l"/>
            <a:pathLst>
              <a:path h="2919605" w="3198770">
                <a:moveTo>
                  <a:pt x="0" y="0"/>
                </a:moveTo>
                <a:lnTo>
                  <a:pt x="3198770" y="0"/>
                </a:lnTo>
                <a:lnTo>
                  <a:pt x="3198770" y="2919605"/>
                </a:lnTo>
                <a:lnTo>
                  <a:pt x="0" y="2919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9490887">
            <a:off x="15831531" y="8738194"/>
            <a:ext cx="1403238" cy="1882393"/>
          </a:xfrm>
          <a:custGeom>
            <a:avLst/>
            <a:gdLst/>
            <a:ahLst/>
            <a:cxnLst/>
            <a:rect r="r" b="b" t="t" l="l"/>
            <a:pathLst>
              <a:path h="1882393" w="1403238">
                <a:moveTo>
                  <a:pt x="0" y="0"/>
                </a:moveTo>
                <a:lnTo>
                  <a:pt x="1403238" y="0"/>
                </a:lnTo>
                <a:lnTo>
                  <a:pt x="1403238" y="1882392"/>
                </a:lnTo>
                <a:lnTo>
                  <a:pt x="0" y="188239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10800000">
            <a:off x="14546161" y="8493492"/>
            <a:ext cx="592382" cy="592382"/>
          </a:xfrm>
          <a:custGeom>
            <a:avLst/>
            <a:gdLst/>
            <a:ahLst/>
            <a:cxnLst/>
            <a:rect r="r" b="b" t="t" l="l"/>
            <a:pathLst>
              <a:path h="592382" w="592382">
                <a:moveTo>
                  <a:pt x="0" y="0"/>
                </a:moveTo>
                <a:lnTo>
                  <a:pt x="592382" y="0"/>
                </a:lnTo>
                <a:lnTo>
                  <a:pt x="592382" y="592382"/>
                </a:lnTo>
                <a:lnTo>
                  <a:pt x="0" y="5923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10800000">
            <a:off x="495356" y="5990597"/>
            <a:ext cx="592382" cy="592382"/>
          </a:xfrm>
          <a:custGeom>
            <a:avLst/>
            <a:gdLst/>
            <a:ahLst/>
            <a:cxnLst/>
            <a:rect r="r" b="b" t="t" l="l"/>
            <a:pathLst>
              <a:path h="592382" w="592382">
                <a:moveTo>
                  <a:pt x="0" y="0"/>
                </a:moveTo>
                <a:lnTo>
                  <a:pt x="592381" y="0"/>
                </a:lnTo>
                <a:lnTo>
                  <a:pt x="592381" y="592382"/>
                </a:lnTo>
                <a:lnTo>
                  <a:pt x="0" y="5923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10800000">
            <a:off x="1543213" y="210370"/>
            <a:ext cx="2550067" cy="1275034"/>
          </a:xfrm>
          <a:custGeom>
            <a:avLst/>
            <a:gdLst/>
            <a:ahLst/>
            <a:cxnLst/>
            <a:rect r="r" b="b" t="t" l="l"/>
            <a:pathLst>
              <a:path h="1275034" w="2550067">
                <a:moveTo>
                  <a:pt x="0" y="0"/>
                </a:moveTo>
                <a:lnTo>
                  <a:pt x="2550067" y="0"/>
                </a:lnTo>
                <a:lnTo>
                  <a:pt x="2550067" y="1275034"/>
                </a:lnTo>
                <a:lnTo>
                  <a:pt x="0" y="127503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8FF"/>
        </a:solidFill>
      </p:bgPr>
    </p:bg>
    <p:spTree>
      <p:nvGrpSpPr>
        <p:cNvPr id="1" name=""/>
        <p:cNvGrpSpPr/>
        <p:nvPr/>
      </p:nvGrpSpPr>
      <p:grpSpPr>
        <a:xfrm>
          <a:off x="0" y="0"/>
          <a:ext cx="0" cy="0"/>
          <a:chOff x="0" y="0"/>
          <a:chExt cx="0" cy="0"/>
        </a:xfrm>
      </p:grpSpPr>
      <p:sp>
        <p:nvSpPr>
          <p:cNvPr name="TextBox 2" id="2"/>
          <p:cNvSpPr txBox="true"/>
          <p:nvPr/>
        </p:nvSpPr>
        <p:spPr>
          <a:xfrm rot="0">
            <a:off x="6206053" y="2720316"/>
            <a:ext cx="11762965" cy="6682105"/>
          </a:xfrm>
          <a:prstGeom prst="rect">
            <a:avLst/>
          </a:prstGeom>
        </p:spPr>
        <p:txBody>
          <a:bodyPr anchor="t" rtlCol="false" tIns="0" lIns="0" bIns="0" rIns="0">
            <a:spAutoFit/>
          </a:bodyPr>
          <a:lstStyle/>
          <a:p>
            <a:pPr algn="l" marL="0" indent="0" lvl="0">
              <a:lnSpc>
                <a:spcPts val="4805"/>
              </a:lnSpc>
              <a:spcBef>
                <a:spcPct val="0"/>
              </a:spcBef>
            </a:pPr>
            <a:r>
              <a:rPr lang="en-US" b="true" sz="3100">
                <a:solidFill>
                  <a:srgbClr val="000000"/>
                </a:solidFill>
                <a:latin typeface="Nunito Semi-Bold"/>
                <a:ea typeface="Nunito Semi-Bold"/>
                <a:cs typeface="Nunito Semi-Bold"/>
                <a:sym typeface="Nunito Semi-Bold"/>
              </a:rPr>
              <a:t>T</a:t>
            </a:r>
            <a:r>
              <a:rPr lang="en-US" b="true" sz="3100">
                <a:solidFill>
                  <a:srgbClr val="000000"/>
                </a:solidFill>
                <a:latin typeface="Nunito Semi-Bold"/>
                <a:ea typeface="Nunito Semi-Bold"/>
                <a:cs typeface="Nunito Semi-Bold"/>
                <a:sym typeface="Nunito Semi-Bold"/>
              </a:rPr>
              <a:t>oDo App merupakan aplikasi manajemen tugas harian berbasis Android yang dikembangkan menggunakan bahasa pemrograman Kotlin dengan arsitektur MVVM dan penyimpanan data menggunakan Room Database. Aplikasi ini menyediakan berbagai fitur seperti menambah, mengubah, menghapus, dan menandai tugas sebagai selesai, serta dilengkapi dengan fitur pencarian, filter berdasarkan status, pengaturan prioritas, dan notifikasi pengingat deadline. Dengan antarmuka yang sederhana dan mudah digunakan, aplikasi ini diharapkan dapat membantu pengguna mengelola tugas harian secara lebih efektif dan meningkatkan produktivitas.</a:t>
            </a:r>
          </a:p>
        </p:txBody>
      </p:sp>
      <p:sp>
        <p:nvSpPr>
          <p:cNvPr name="TextBox 3" id="3"/>
          <p:cNvSpPr txBox="true"/>
          <p:nvPr/>
        </p:nvSpPr>
        <p:spPr>
          <a:xfrm rot="0">
            <a:off x="7582158" y="992502"/>
            <a:ext cx="9010755" cy="1346979"/>
          </a:xfrm>
          <a:prstGeom prst="rect">
            <a:avLst/>
          </a:prstGeom>
        </p:spPr>
        <p:txBody>
          <a:bodyPr anchor="t" rtlCol="false" tIns="0" lIns="0" bIns="0" rIns="0">
            <a:spAutoFit/>
          </a:bodyPr>
          <a:lstStyle/>
          <a:p>
            <a:pPr algn="just" marL="0" indent="0" lvl="0">
              <a:lnSpc>
                <a:spcPts val="10659"/>
              </a:lnSpc>
            </a:pPr>
            <a:r>
              <a:rPr lang="en-US" sz="8596" spc="-438">
                <a:solidFill>
                  <a:srgbClr val="000000"/>
                </a:solidFill>
                <a:latin typeface="Lazydog"/>
                <a:ea typeface="Lazydog"/>
                <a:cs typeface="Lazydog"/>
                <a:sym typeface="Lazydog"/>
              </a:rPr>
              <a:t>DESKRIPSI APLIKASI</a:t>
            </a:r>
          </a:p>
        </p:txBody>
      </p:sp>
      <p:sp>
        <p:nvSpPr>
          <p:cNvPr name="Freeform 4" id="4"/>
          <p:cNvSpPr/>
          <p:nvPr/>
        </p:nvSpPr>
        <p:spPr>
          <a:xfrm flipH="true" flipV="false" rot="0">
            <a:off x="1406720" y="1941798"/>
            <a:ext cx="4109821" cy="6403404"/>
          </a:xfrm>
          <a:custGeom>
            <a:avLst/>
            <a:gdLst/>
            <a:ahLst/>
            <a:cxnLst/>
            <a:rect r="r" b="b" t="t" l="l"/>
            <a:pathLst>
              <a:path h="6403404" w="4109821">
                <a:moveTo>
                  <a:pt x="4109821" y="0"/>
                </a:moveTo>
                <a:lnTo>
                  <a:pt x="0" y="0"/>
                </a:lnTo>
                <a:lnTo>
                  <a:pt x="0" y="6403404"/>
                </a:lnTo>
                <a:lnTo>
                  <a:pt x="4109821" y="6403404"/>
                </a:lnTo>
                <a:lnTo>
                  <a:pt x="410982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832067" y="-1685042"/>
            <a:ext cx="3537302" cy="3370084"/>
          </a:xfrm>
          <a:custGeom>
            <a:avLst/>
            <a:gdLst/>
            <a:ahLst/>
            <a:cxnLst/>
            <a:rect r="r" b="b" t="t" l="l"/>
            <a:pathLst>
              <a:path h="3370084" w="3537302">
                <a:moveTo>
                  <a:pt x="0" y="0"/>
                </a:moveTo>
                <a:lnTo>
                  <a:pt x="3537301" y="0"/>
                </a:lnTo>
                <a:lnTo>
                  <a:pt x="3537301" y="3370084"/>
                </a:lnTo>
                <a:lnTo>
                  <a:pt x="0" y="33700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0800000">
            <a:off x="-1446306" y="7986818"/>
            <a:ext cx="4277466" cy="2138733"/>
          </a:xfrm>
          <a:custGeom>
            <a:avLst/>
            <a:gdLst/>
            <a:ahLst/>
            <a:cxnLst/>
            <a:rect r="r" b="b" t="t" l="l"/>
            <a:pathLst>
              <a:path h="2138733" w="4277466">
                <a:moveTo>
                  <a:pt x="0" y="0"/>
                </a:moveTo>
                <a:lnTo>
                  <a:pt x="4277466" y="0"/>
                </a:lnTo>
                <a:lnTo>
                  <a:pt x="4277466" y="2138733"/>
                </a:lnTo>
                <a:lnTo>
                  <a:pt x="0" y="21387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8FF"/>
        </a:solidFill>
      </p:bgPr>
    </p:bg>
    <p:spTree>
      <p:nvGrpSpPr>
        <p:cNvPr id="1" name=""/>
        <p:cNvGrpSpPr/>
        <p:nvPr/>
      </p:nvGrpSpPr>
      <p:grpSpPr>
        <a:xfrm>
          <a:off x="0" y="0"/>
          <a:ext cx="0" cy="0"/>
          <a:chOff x="0" y="0"/>
          <a:chExt cx="0" cy="0"/>
        </a:xfrm>
      </p:grpSpPr>
      <p:sp>
        <p:nvSpPr>
          <p:cNvPr name="Freeform 2" id="2"/>
          <p:cNvSpPr/>
          <p:nvPr/>
        </p:nvSpPr>
        <p:spPr>
          <a:xfrm flipH="false" flipV="false" rot="0">
            <a:off x="804091" y="3692016"/>
            <a:ext cx="5064883" cy="5126152"/>
          </a:xfrm>
          <a:custGeom>
            <a:avLst/>
            <a:gdLst/>
            <a:ahLst/>
            <a:cxnLst/>
            <a:rect r="r" b="b" t="t" l="l"/>
            <a:pathLst>
              <a:path h="5126152" w="5064883">
                <a:moveTo>
                  <a:pt x="0" y="0"/>
                </a:moveTo>
                <a:lnTo>
                  <a:pt x="5064883" y="0"/>
                </a:lnTo>
                <a:lnTo>
                  <a:pt x="5064883" y="5126152"/>
                </a:lnTo>
                <a:lnTo>
                  <a:pt x="0" y="512615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611559" y="3692016"/>
            <a:ext cx="5064883" cy="5126152"/>
          </a:xfrm>
          <a:custGeom>
            <a:avLst/>
            <a:gdLst/>
            <a:ahLst/>
            <a:cxnLst/>
            <a:rect r="r" b="b" t="t" l="l"/>
            <a:pathLst>
              <a:path h="5126152" w="5064883">
                <a:moveTo>
                  <a:pt x="0" y="0"/>
                </a:moveTo>
                <a:lnTo>
                  <a:pt x="5064882" y="0"/>
                </a:lnTo>
                <a:lnTo>
                  <a:pt x="5064882" y="5126152"/>
                </a:lnTo>
                <a:lnTo>
                  <a:pt x="0" y="512615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90073" y="3692016"/>
            <a:ext cx="5064883" cy="5126152"/>
          </a:xfrm>
          <a:custGeom>
            <a:avLst/>
            <a:gdLst/>
            <a:ahLst/>
            <a:cxnLst/>
            <a:rect r="r" b="b" t="t" l="l"/>
            <a:pathLst>
              <a:path h="5126152" w="5064883">
                <a:moveTo>
                  <a:pt x="0" y="0"/>
                </a:moveTo>
                <a:lnTo>
                  <a:pt x="5064883" y="0"/>
                </a:lnTo>
                <a:lnTo>
                  <a:pt x="5064883" y="5126152"/>
                </a:lnTo>
                <a:lnTo>
                  <a:pt x="0" y="51261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2860856" y="1489225"/>
            <a:ext cx="12521366" cy="1477095"/>
          </a:xfrm>
          <a:prstGeom prst="rect">
            <a:avLst/>
          </a:prstGeom>
        </p:spPr>
        <p:txBody>
          <a:bodyPr anchor="t" rtlCol="false" tIns="0" lIns="0" bIns="0" rIns="0">
            <a:spAutoFit/>
          </a:bodyPr>
          <a:lstStyle/>
          <a:p>
            <a:pPr algn="ctr" marL="0" indent="0" lvl="0">
              <a:lnSpc>
                <a:spcPts val="12035"/>
              </a:lnSpc>
              <a:spcBef>
                <a:spcPct val="0"/>
              </a:spcBef>
            </a:pPr>
            <a:r>
              <a:rPr lang="en-US" sz="8596" spc="-438">
                <a:solidFill>
                  <a:srgbClr val="000000"/>
                </a:solidFill>
                <a:latin typeface="Lazydog"/>
                <a:ea typeface="Lazydog"/>
                <a:cs typeface="Lazydog"/>
                <a:sym typeface="Lazydog"/>
              </a:rPr>
              <a:t>BATASAN MASALAH</a:t>
            </a:r>
          </a:p>
        </p:txBody>
      </p:sp>
      <p:sp>
        <p:nvSpPr>
          <p:cNvPr name="TextBox 6" id="6"/>
          <p:cNvSpPr txBox="true"/>
          <p:nvPr/>
        </p:nvSpPr>
        <p:spPr>
          <a:xfrm rot="0">
            <a:off x="804091" y="5870525"/>
            <a:ext cx="5033538" cy="3098165"/>
          </a:xfrm>
          <a:prstGeom prst="rect">
            <a:avLst/>
          </a:prstGeom>
        </p:spPr>
        <p:txBody>
          <a:bodyPr anchor="t" rtlCol="false" tIns="0" lIns="0" bIns="0" rIns="0">
            <a:spAutoFit/>
          </a:bodyPr>
          <a:lstStyle/>
          <a:p>
            <a:pPr algn="ctr" marL="496569" indent="-248284" lvl="1">
              <a:lnSpc>
                <a:spcPts val="3564"/>
              </a:lnSpc>
              <a:spcBef>
                <a:spcPct val="0"/>
              </a:spcBef>
              <a:buFont typeface="Arial"/>
              <a:buChar char="•"/>
            </a:pPr>
            <a:r>
              <a:rPr lang="en-US" b="true" sz="2299">
                <a:solidFill>
                  <a:srgbClr val="000000"/>
                </a:solidFill>
                <a:latin typeface="Nunito Bold"/>
                <a:ea typeface="Nunito Bold"/>
                <a:cs typeface="Nunito Bold"/>
                <a:sym typeface="Nunito Bold"/>
              </a:rPr>
              <a:t>Aplikasi hanya dik</a:t>
            </a:r>
            <a:r>
              <a:rPr lang="en-US" b="true" sz="2299" strike="noStrike" u="none">
                <a:solidFill>
                  <a:srgbClr val="000000"/>
                </a:solidFill>
                <a:latin typeface="Nunito Bold"/>
                <a:ea typeface="Nunito Bold"/>
                <a:cs typeface="Nunito Bold"/>
                <a:sym typeface="Nunito Bold"/>
              </a:rPr>
              <a:t>embangkan untuk platform Android (minimal Android 7.0/API Level 26).</a:t>
            </a:r>
          </a:p>
          <a:p>
            <a:pPr algn="ctr" marL="496569" indent="-248284" lvl="1">
              <a:lnSpc>
                <a:spcPts val="3564"/>
              </a:lnSpc>
              <a:spcBef>
                <a:spcPct val="0"/>
              </a:spcBef>
              <a:buFont typeface="Arial"/>
              <a:buChar char="•"/>
            </a:pPr>
            <a:r>
              <a:rPr lang="en-US" b="true" sz="2299" strike="noStrike" u="none">
                <a:solidFill>
                  <a:srgbClr val="000000"/>
                </a:solidFill>
                <a:latin typeface="Nunito Bold"/>
                <a:ea typeface="Nunito Bold"/>
                <a:cs typeface="Nunito Bold"/>
                <a:sym typeface="Nunito Bold"/>
              </a:rPr>
              <a:t>Data disimpan secara lokal menggunakan Room Database tanpa sinkronisasi cloud.</a:t>
            </a:r>
          </a:p>
          <a:p>
            <a:pPr algn="ctr" marL="0" indent="0" lvl="0">
              <a:lnSpc>
                <a:spcPts val="3564"/>
              </a:lnSpc>
              <a:spcBef>
                <a:spcPct val="0"/>
              </a:spcBef>
            </a:pPr>
          </a:p>
        </p:txBody>
      </p:sp>
      <p:sp>
        <p:nvSpPr>
          <p:cNvPr name="TextBox 7" id="7"/>
          <p:cNvSpPr txBox="true"/>
          <p:nvPr/>
        </p:nvSpPr>
        <p:spPr>
          <a:xfrm rot="0">
            <a:off x="6742866" y="5870525"/>
            <a:ext cx="4802267" cy="2650490"/>
          </a:xfrm>
          <a:prstGeom prst="rect">
            <a:avLst/>
          </a:prstGeom>
        </p:spPr>
        <p:txBody>
          <a:bodyPr anchor="t" rtlCol="false" tIns="0" lIns="0" bIns="0" rIns="0">
            <a:spAutoFit/>
          </a:bodyPr>
          <a:lstStyle/>
          <a:p>
            <a:pPr algn="ctr" marL="496569" indent="-248284" lvl="1">
              <a:lnSpc>
                <a:spcPts val="3564"/>
              </a:lnSpc>
              <a:spcBef>
                <a:spcPct val="0"/>
              </a:spcBef>
              <a:buFont typeface="Arial"/>
              <a:buChar char="•"/>
            </a:pPr>
            <a:r>
              <a:rPr lang="en-US" b="true" sz="2299">
                <a:solidFill>
                  <a:srgbClr val="000000"/>
                </a:solidFill>
                <a:latin typeface="Nunito Bold"/>
                <a:ea typeface="Nunito Bold"/>
                <a:cs typeface="Nunito Bold"/>
                <a:sym typeface="Nunito Bold"/>
              </a:rPr>
              <a:t>Apl</a:t>
            </a:r>
            <a:r>
              <a:rPr lang="en-US" b="true" sz="2299" strike="noStrike" u="none">
                <a:solidFill>
                  <a:srgbClr val="000000"/>
                </a:solidFill>
                <a:latin typeface="Nunito Bold"/>
                <a:ea typeface="Nunito Bold"/>
                <a:cs typeface="Nunito Bold"/>
                <a:sym typeface="Nunito Bold"/>
              </a:rPr>
              <a:t>ikasi digunakan oleh satu pengguna pada satu perangkat.</a:t>
            </a:r>
          </a:p>
          <a:p>
            <a:pPr algn="ctr" marL="496569" indent="-248284" lvl="1">
              <a:lnSpc>
                <a:spcPts val="3564"/>
              </a:lnSpc>
              <a:spcBef>
                <a:spcPct val="0"/>
              </a:spcBef>
              <a:buFont typeface="Arial"/>
              <a:buChar char="•"/>
            </a:pPr>
            <a:r>
              <a:rPr lang="en-US" b="true" sz="2299" strike="noStrike" u="none">
                <a:solidFill>
                  <a:srgbClr val="000000"/>
                </a:solidFill>
                <a:latin typeface="Nunito Bold"/>
                <a:ea typeface="Nunito Bold"/>
                <a:cs typeface="Nunito Bold"/>
                <a:sym typeface="Nunito Bold"/>
              </a:rPr>
              <a:t>Prioritas tugas hanya terdiri dari rendah, sedang, dan tinggi.</a:t>
            </a:r>
          </a:p>
          <a:p>
            <a:pPr algn="ctr" marL="0" indent="0" lvl="0">
              <a:lnSpc>
                <a:spcPts val="3564"/>
              </a:lnSpc>
              <a:spcBef>
                <a:spcPct val="0"/>
              </a:spcBef>
            </a:pPr>
          </a:p>
        </p:txBody>
      </p:sp>
      <p:sp>
        <p:nvSpPr>
          <p:cNvPr name="TextBox 8" id="8"/>
          <p:cNvSpPr txBox="true"/>
          <p:nvPr/>
        </p:nvSpPr>
        <p:spPr>
          <a:xfrm rot="0">
            <a:off x="12179102" y="5870525"/>
            <a:ext cx="4886825" cy="2202815"/>
          </a:xfrm>
          <a:prstGeom prst="rect">
            <a:avLst/>
          </a:prstGeom>
        </p:spPr>
        <p:txBody>
          <a:bodyPr anchor="t" rtlCol="false" tIns="0" lIns="0" bIns="0" rIns="0">
            <a:spAutoFit/>
          </a:bodyPr>
          <a:lstStyle/>
          <a:p>
            <a:pPr algn="ctr" marL="496569" indent="-248284" lvl="1">
              <a:lnSpc>
                <a:spcPts val="3564"/>
              </a:lnSpc>
              <a:spcBef>
                <a:spcPct val="0"/>
              </a:spcBef>
              <a:buFont typeface="Arial"/>
              <a:buChar char="•"/>
            </a:pPr>
            <a:r>
              <a:rPr lang="en-US" b="true" sz="2299">
                <a:solidFill>
                  <a:srgbClr val="000000"/>
                </a:solidFill>
                <a:latin typeface="Nunito Bold"/>
                <a:ea typeface="Nunito Bold"/>
                <a:cs typeface="Nunito Bold"/>
                <a:sym typeface="Nunito Bold"/>
              </a:rPr>
              <a:t>A</a:t>
            </a:r>
            <a:r>
              <a:rPr lang="en-US" b="true" sz="2299" strike="noStrike" u="none">
                <a:solidFill>
                  <a:srgbClr val="000000"/>
                </a:solidFill>
                <a:latin typeface="Nunito Bold"/>
                <a:ea typeface="Nunito Bold"/>
                <a:cs typeface="Nunito Bold"/>
                <a:sym typeface="Nunito Bold"/>
              </a:rPr>
              <a:t>plikasi tidak memerlukan koneksi internet.</a:t>
            </a:r>
          </a:p>
          <a:p>
            <a:pPr algn="ctr" marL="496569" indent="-248284" lvl="1">
              <a:lnSpc>
                <a:spcPts val="3564"/>
              </a:lnSpc>
              <a:spcBef>
                <a:spcPct val="0"/>
              </a:spcBef>
              <a:buFont typeface="Arial"/>
              <a:buChar char="•"/>
            </a:pPr>
            <a:r>
              <a:rPr lang="en-US" b="true" sz="2299" strike="noStrike" u="none">
                <a:solidFill>
                  <a:srgbClr val="000000"/>
                </a:solidFill>
                <a:latin typeface="Nunito Bold"/>
                <a:ea typeface="Nunito Bold"/>
                <a:cs typeface="Nunito Bold"/>
                <a:sym typeface="Nunito Bold"/>
              </a:rPr>
              <a:t>Tidak mendukung lampiran file maupun gambar pada tugas.</a:t>
            </a:r>
          </a:p>
          <a:p>
            <a:pPr algn="ctr" marL="0" indent="0" lvl="0">
              <a:lnSpc>
                <a:spcPts val="3564"/>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8FF"/>
        </a:solidFill>
      </p:bgPr>
    </p:bg>
    <p:spTree>
      <p:nvGrpSpPr>
        <p:cNvPr id="1" name=""/>
        <p:cNvGrpSpPr/>
        <p:nvPr/>
      </p:nvGrpSpPr>
      <p:grpSpPr>
        <a:xfrm>
          <a:off x="0" y="0"/>
          <a:ext cx="0" cy="0"/>
          <a:chOff x="0" y="0"/>
          <a:chExt cx="0" cy="0"/>
        </a:xfrm>
      </p:grpSpPr>
      <p:sp>
        <p:nvSpPr>
          <p:cNvPr name="TextBox 2" id="2"/>
          <p:cNvSpPr txBox="true"/>
          <p:nvPr/>
        </p:nvSpPr>
        <p:spPr>
          <a:xfrm rot="0">
            <a:off x="5763610" y="3667601"/>
            <a:ext cx="12385094" cy="6457950"/>
          </a:xfrm>
          <a:prstGeom prst="rect">
            <a:avLst/>
          </a:prstGeom>
        </p:spPr>
        <p:txBody>
          <a:bodyPr anchor="t" rtlCol="false" tIns="0" lIns="0" bIns="0" rIns="0">
            <a:spAutoFit/>
          </a:bodyPr>
          <a:lstStyle/>
          <a:p>
            <a:pPr algn="l" marL="647700" indent="-323850" lvl="1">
              <a:lnSpc>
                <a:spcPts val="4650"/>
              </a:lnSpc>
              <a:spcBef>
                <a:spcPct val="0"/>
              </a:spcBef>
              <a:buFont typeface="Arial"/>
              <a:buChar char="•"/>
            </a:pPr>
            <a:r>
              <a:rPr lang="en-US" b="true" sz="3000">
                <a:solidFill>
                  <a:srgbClr val="000000"/>
                </a:solidFill>
                <a:latin typeface="Nunito Semi-Bold"/>
                <a:ea typeface="Nunito Semi-Bold"/>
                <a:cs typeface="Nunito Semi-Bold"/>
                <a:sym typeface="Nunito Semi-Bold"/>
              </a:rPr>
              <a:t>M</a:t>
            </a:r>
            <a:r>
              <a:rPr lang="en-US" b="true" sz="3000">
                <a:solidFill>
                  <a:srgbClr val="000000"/>
                </a:solidFill>
                <a:latin typeface="Nunito Semi-Bold"/>
                <a:ea typeface="Nunito Semi-Bold"/>
                <a:cs typeface="Nunito Semi-Bold"/>
                <a:sym typeface="Nunito Semi-Bold"/>
              </a:rPr>
              <a:t>embantu pengguna mengelola tugas harian secara lebih terstruktur dan sistematis.</a:t>
            </a:r>
          </a:p>
          <a:p>
            <a:pPr algn="l" marL="647700" indent="-323850" lvl="1">
              <a:lnSpc>
                <a:spcPts val="4650"/>
              </a:lnSpc>
              <a:spcBef>
                <a:spcPct val="0"/>
              </a:spcBef>
              <a:buFont typeface="Arial"/>
              <a:buChar char="•"/>
            </a:pPr>
            <a:r>
              <a:rPr lang="en-US" b="true" sz="3000">
                <a:solidFill>
                  <a:srgbClr val="000000"/>
                </a:solidFill>
                <a:latin typeface="Nunito Semi-Bold"/>
                <a:ea typeface="Nunito Semi-Bold"/>
                <a:cs typeface="Nunito Semi-Bold"/>
                <a:sym typeface="Nunito Semi-Bold"/>
              </a:rPr>
              <a:t>Menyediakan media pencatatan tugas berbasis Android yang mudah diakses kapan saja.</a:t>
            </a:r>
          </a:p>
          <a:p>
            <a:pPr algn="l" marL="647700" indent="-323850" lvl="1">
              <a:lnSpc>
                <a:spcPts val="4650"/>
              </a:lnSpc>
              <a:spcBef>
                <a:spcPct val="0"/>
              </a:spcBef>
              <a:buFont typeface="Arial"/>
              <a:buChar char="•"/>
            </a:pPr>
            <a:r>
              <a:rPr lang="en-US" b="true" sz="3000">
                <a:solidFill>
                  <a:srgbClr val="000000"/>
                </a:solidFill>
                <a:latin typeface="Nunito Semi-Bold"/>
                <a:ea typeface="Nunito Semi-Bold"/>
                <a:cs typeface="Nunito Semi-Bold"/>
                <a:sym typeface="Nunito Semi-Bold"/>
              </a:rPr>
              <a:t>Membantu pengguna menentukan prioritas tugas berdasarkan tingkat kepentingan dan tenggat waktu.</a:t>
            </a:r>
          </a:p>
          <a:p>
            <a:pPr algn="l" marL="647700" indent="-323850" lvl="1">
              <a:lnSpc>
                <a:spcPts val="4650"/>
              </a:lnSpc>
              <a:spcBef>
                <a:spcPct val="0"/>
              </a:spcBef>
              <a:buFont typeface="Arial"/>
              <a:buChar char="•"/>
            </a:pPr>
            <a:r>
              <a:rPr lang="en-US" b="true" sz="3000">
                <a:solidFill>
                  <a:srgbClr val="000000"/>
                </a:solidFill>
                <a:latin typeface="Nunito Semi-Bold"/>
                <a:ea typeface="Nunito Semi-Bold"/>
                <a:cs typeface="Nunito Semi-Bold"/>
                <a:sym typeface="Nunito Semi-Bold"/>
              </a:rPr>
              <a:t>Mengurangi risiko tugas terlupakan melalui fitur pengingat (notification reminder).</a:t>
            </a:r>
          </a:p>
          <a:p>
            <a:pPr algn="l" marL="647700" indent="-323850" lvl="1">
              <a:lnSpc>
                <a:spcPts val="4650"/>
              </a:lnSpc>
              <a:spcBef>
                <a:spcPct val="0"/>
              </a:spcBef>
              <a:buFont typeface="Arial"/>
              <a:buChar char="•"/>
            </a:pPr>
            <a:r>
              <a:rPr lang="en-US" b="true" sz="3000">
                <a:solidFill>
                  <a:srgbClr val="000000"/>
                </a:solidFill>
                <a:latin typeface="Nunito Semi-Bold"/>
                <a:ea typeface="Nunito Semi-Bold"/>
                <a:cs typeface="Nunito Semi-Bold"/>
                <a:sym typeface="Nunito Semi-Bold"/>
              </a:rPr>
              <a:t>Meningkatkan produktivitas pengguna dalam menyelesaikan tugas sehari-hari.</a:t>
            </a:r>
          </a:p>
          <a:p>
            <a:pPr algn="l" marL="0" indent="0" lvl="0">
              <a:lnSpc>
                <a:spcPts val="4650"/>
              </a:lnSpc>
              <a:spcBef>
                <a:spcPct val="0"/>
              </a:spcBef>
            </a:pPr>
          </a:p>
        </p:txBody>
      </p:sp>
      <p:sp>
        <p:nvSpPr>
          <p:cNvPr name="TextBox 3" id="3"/>
          <p:cNvSpPr txBox="true"/>
          <p:nvPr/>
        </p:nvSpPr>
        <p:spPr>
          <a:xfrm rot="0">
            <a:off x="5763610" y="2038967"/>
            <a:ext cx="11025456" cy="1346979"/>
          </a:xfrm>
          <a:prstGeom prst="rect">
            <a:avLst/>
          </a:prstGeom>
        </p:spPr>
        <p:txBody>
          <a:bodyPr anchor="t" rtlCol="false" tIns="0" lIns="0" bIns="0" rIns="0">
            <a:spAutoFit/>
          </a:bodyPr>
          <a:lstStyle/>
          <a:p>
            <a:pPr algn="ctr" marL="0" indent="0" lvl="0">
              <a:lnSpc>
                <a:spcPts val="10659"/>
              </a:lnSpc>
            </a:pPr>
            <a:r>
              <a:rPr lang="en-US" sz="8596" spc="-438">
                <a:solidFill>
                  <a:srgbClr val="000000"/>
                </a:solidFill>
                <a:latin typeface="Lazydog"/>
                <a:ea typeface="Lazydog"/>
                <a:cs typeface="Lazydog"/>
                <a:sym typeface="Lazydog"/>
              </a:rPr>
              <a:t>TUJUAN</a:t>
            </a:r>
          </a:p>
        </p:txBody>
      </p:sp>
      <p:sp>
        <p:nvSpPr>
          <p:cNvPr name="Freeform 4" id="4"/>
          <p:cNvSpPr/>
          <p:nvPr/>
        </p:nvSpPr>
        <p:spPr>
          <a:xfrm flipH="true" flipV="false" rot="0">
            <a:off x="1406720" y="1941798"/>
            <a:ext cx="4109821" cy="6403404"/>
          </a:xfrm>
          <a:custGeom>
            <a:avLst/>
            <a:gdLst/>
            <a:ahLst/>
            <a:cxnLst/>
            <a:rect r="r" b="b" t="t" l="l"/>
            <a:pathLst>
              <a:path h="6403404" w="4109821">
                <a:moveTo>
                  <a:pt x="4109821" y="0"/>
                </a:moveTo>
                <a:lnTo>
                  <a:pt x="0" y="0"/>
                </a:lnTo>
                <a:lnTo>
                  <a:pt x="0" y="6403404"/>
                </a:lnTo>
                <a:lnTo>
                  <a:pt x="4109821" y="6403404"/>
                </a:lnTo>
                <a:lnTo>
                  <a:pt x="410982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832067" y="-1685042"/>
            <a:ext cx="3537302" cy="3370084"/>
          </a:xfrm>
          <a:custGeom>
            <a:avLst/>
            <a:gdLst/>
            <a:ahLst/>
            <a:cxnLst/>
            <a:rect r="r" b="b" t="t" l="l"/>
            <a:pathLst>
              <a:path h="3370084" w="3537302">
                <a:moveTo>
                  <a:pt x="0" y="0"/>
                </a:moveTo>
                <a:lnTo>
                  <a:pt x="3537301" y="0"/>
                </a:lnTo>
                <a:lnTo>
                  <a:pt x="3537301" y="3370084"/>
                </a:lnTo>
                <a:lnTo>
                  <a:pt x="0" y="33700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0800000">
            <a:off x="-1446306" y="7986818"/>
            <a:ext cx="4277466" cy="2138733"/>
          </a:xfrm>
          <a:custGeom>
            <a:avLst/>
            <a:gdLst/>
            <a:ahLst/>
            <a:cxnLst/>
            <a:rect r="r" b="b" t="t" l="l"/>
            <a:pathLst>
              <a:path h="2138733" w="4277466">
                <a:moveTo>
                  <a:pt x="0" y="0"/>
                </a:moveTo>
                <a:lnTo>
                  <a:pt x="4277466" y="0"/>
                </a:lnTo>
                <a:lnTo>
                  <a:pt x="4277466" y="2138733"/>
                </a:lnTo>
                <a:lnTo>
                  <a:pt x="0" y="21387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8FF"/>
        </a:solidFill>
      </p:bgPr>
    </p:bg>
    <p:spTree>
      <p:nvGrpSpPr>
        <p:cNvPr id="1" name=""/>
        <p:cNvGrpSpPr/>
        <p:nvPr/>
      </p:nvGrpSpPr>
      <p:grpSpPr>
        <a:xfrm>
          <a:off x="0" y="0"/>
          <a:ext cx="0" cy="0"/>
          <a:chOff x="0" y="0"/>
          <a:chExt cx="0" cy="0"/>
        </a:xfrm>
      </p:grpSpPr>
      <p:sp>
        <p:nvSpPr>
          <p:cNvPr name="Freeform 2" id="2"/>
          <p:cNvSpPr/>
          <p:nvPr/>
        </p:nvSpPr>
        <p:spPr>
          <a:xfrm flipH="true" flipV="false" rot="0">
            <a:off x="12355782" y="1133000"/>
            <a:ext cx="4433425" cy="8021000"/>
          </a:xfrm>
          <a:custGeom>
            <a:avLst/>
            <a:gdLst/>
            <a:ahLst/>
            <a:cxnLst/>
            <a:rect r="r" b="b" t="t" l="l"/>
            <a:pathLst>
              <a:path h="8021000" w="4433425">
                <a:moveTo>
                  <a:pt x="4433426" y="0"/>
                </a:moveTo>
                <a:lnTo>
                  <a:pt x="0" y="0"/>
                </a:lnTo>
                <a:lnTo>
                  <a:pt x="0" y="8021000"/>
                </a:lnTo>
                <a:lnTo>
                  <a:pt x="4433426" y="8021000"/>
                </a:lnTo>
                <a:lnTo>
                  <a:pt x="4433426"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1798612" y="3568444"/>
            <a:ext cx="9010755" cy="4052079"/>
          </a:xfrm>
          <a:prstGeom prst="rect">
            <a:avLst/>
          </a:prstGeom>
        </p:spPr>
        <p:txBody>
          <a:bodyPr anchor="t" rtlCol="false" tIns="0" lIns="0" bIns="0" rIns="0">
            <a:spAutoFit/>
          </a:bodyPr>
          <a:lstStyle/>
          <a:p>
            <a:pPr algn="ctr">
              <a:lnSpc>
                <a:spcPts val="10659"/>
              </a:lnSpc>
            </a:pPr>
            <a:r>
              <a:rPr lang="en-US" sz="8596" spc="-438">
                <a:solidFill>
                  <a:srgbClr val="000000"/>
                </a:solidFill>
                <a:latin typeface="Lazydog"/>
                <a:ea typeface="Lazydog"/>
                <a:cs typeface="Lazydog"/>
                <a:sym typeface="Lazydog"/>
              </a:rPr>
              <a:t>DIAGRAM DESAIN </a:t>
            </a:r>
          </a:p>
          <a:p>
            <a:pPr algn="ctr">
              <a:lnSpc>
                <a:spcPts val="10659"/>
              </a:lnSpc>
            </a:pPr>
            <a:r>
              <a:rPr lang="en-US" sz="8596" spc="-438">
                <a:solidFill>
                  <a:srgbClr val="000000"/>
                </a:solidFill>
                <a:latin typeface="Lazydog"/>
                <a:ea typeface="Lazydog"/>
                <a:cs typeface="Lazydog"/>
                <a:sym typeface="Lazydog"/>
              </a:rPr>
              <a:t>&amp; </a:t>
            </a:r>
          </a:p>
          <a:p>
            <a:pPr algn="ctr" marL="0" indent="0" lvl="0">
              <a:lnSpc>
                <a:spcPts val="10659"/>
              </a:lnSpc>
            </a:pPr>
            <a:r>
              <a:rPr lang="en-US" sz="8596" spc="-438">
                <a:solidFill>
                  <a:srgbClr val="000000"/>
                </a:solidFill>
                <a:latin typeface="Lazydog"/>
                <a:ea typeface="Lazydog"/>
                <a:cs typeface="Lazydog"/>
                <a:sym typeface="Lazydog"/>
              </a:rPr>
              <a:t>DEMO APLIK</a:t>
            </a:r>
            <a:r>
              <a:rPr lang="en-US" sz="8596" spc="-438">
                <a:solidFill>
                  <a:srgbClr val="000000"/>
                </a:solidFill>
                <a:latin typeface="Lazydog"/>
                <a:ea typeface="Lazydog"/>
                <a:cs typeface="Lazydog"/>
                <a:sym typeface="Lazydog"/>
              </a:rPr>
              <a:t>ASI</a:t>
            </a:r>
          </a:p>
        </p:txBody>
      </p:sp>
      <p:sp>
        <p:nvSpPr>
          <p:cNvPr name="Freeform 4" id="4"/>
          <p:cNvSpPr/>
          <p:nvPr/>
        </p:nvSpPr>
        <p:spPr>
          <a:xfrm flipH="false" flipV="false" rot="0">
            <a:off x="11197646" y="1133000"/>
            <a:ext cx="592382" cy="592382"/>
          </a:xfrm>
          <a:custGeom>
            <a:avLst/>
            <a:gdLst/>
            <a:ahLst/>
            <a:cxnLst/>
            <a:rect r="r" b="b" t="t" l="l"/>
            <a:pathLst>
              <a:path h="592382" w="592382">
                <a:moveTo>
                  <a:pt x="0" y="0"/>
                </a:moveTo>
                <a:lnTo>
                  <a:pt x="592382" y="0"/>
                </a:lnTo>
                <a:lnTo>
                  <a:pt x="592382" y="592382"/>
                </a:lnTo>
                <a:lnTo>
                  <a:pt x="0" y="5923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448806" y="5021152"/>
            <a:ext cx="592382" cy="592382"/>
          </a:xfrm>
          <a:custGeom>
            <a:avLst/>
            <a:gdLst/>
            <a:ahLst/>
            <a:cxnLst/>
            <a:rect r="r" b="b" t="t" l="l"/>
            <a:pathLst>
              <a:path h="592382" w="592382">
                <a:moveTo>
                  <a:pt x="0" y="0"/>
                </a:moveTo>
                <a:lnTo>
                  <a:pt x="592382" y="0"/>
                </a:lnTo>
                <a:lnTo>
                  <a:pt x="592382" y="592382"/>
                </a:lnTo>
                <a:lnTo>
                  <a:pt x="0" y="5923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1763401" y="8962109"/>
            <a:ext cx="592382" cy="592382"/>
          </a:xfrm>
          <a:custGeom>
            <a:avLst/>
            <a:gdLst/>
            <a:ahLst/>
            <a:cxnLst/>
            <a:rect r="r" b="b" t="t" l="l"/>
            <a:pathLst>
              <a:path h="592382" w="592382">
                <a:moveTo>
                  <a:pt x="0" y="0"/>
                </a:moveTo>
                <a:lnTo>
                  <a:pt x="592381" y="0"/>
                </a:lnTo>
                <a:lnTo>
                  <a:pt x="592381" y="592382"/>
                </a:lnTo>
                <a:lnTo>
                  <a:pt x="0" y="5923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4742223" y="-1037781"/>
            <a:ext cx="3537302" cy="3370084"/>
          </a:xfrm>
          <a:custGeom>
            <a:avLst/>
            <a:gdLst/>
            <a:ahLst/>
            <a:cxnLst/>
            <a:rect r="r" b="b" t="t" l="l"/>
            <a:pathLst>
              <a:path h="3370084" w="3537302">
                <a:moveTo>
                  <a:pt x="0" y="0"/>
                </a:moveTo>
                <a:lnTo>
                  <a:pt x="3537302" y="0"/>
                </a:lnTo>
                <a:lnTo>
                  <a:pt x="3537302" y="3370084"/>
                </a:lnTo>
                <a:lnTo>
                  <a:pt x="0" y="337008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349494" y="7114786"/>
            <a:ext cx="3537302" cy="3370084"/>
          </a:xfrm>
          <a:custGeom>
            <a:avLst/>
            <a:gdLst/>
            <a:ahLst/>
            <a:cxnLst/>
            <a:rect r="r" b="b" t="t" l="l"/>
            <a:pathLst>
              <a:path h="3370084" w="3537302">
                <a:moveTo>
                  <a:pt x="0" y="0"/>
                </a:moveTo>
                <a:lnTo>
                  <a:pt x="3537302" y="0"/>
                </a:lnTo>
                <a:lnTo>
                  <a:pt x="3537302" y="3370084"/>
                </a:lnTo>
                <a:lnTo>
                  <a:pt x="0" y="337008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F8FF"/>
        </a:solidFill>
      </p:bgPr>
    </p:bg>
    <p:spTree>
      <p:nvGrpSpPr>
        <p:cNvPr id="1" name=""/>
        <p:cNvGrpSpPr/>
        <p:nvPr/>
      </p:nvGrpSpPr>
      <p:grpSpPr>
        <a:xfrm>
          <a:off x="0" y="0"/>
          <a:ext cx="0" cy="0"/>
          <a:chOff x="0" y="0"/>
          <a:chExt cx="0" cy="0"/>
        </a:xfrm>
      </p:grpSpPr>
      <p:sp>
        <p:nvSpPr>
          <p:cNvPr name="Freeform 2" id="2"/>
          <p:cNvSpPr/>
          <p:nvPr/>
        </p:nvSpPr>
        <p:spPr>
          <a:xfrm flipH="true" flipV="false" rot="0">
            <a:off x="2160726" y="864588"/>
            <a:ext cx="4914137" cy="8393712"/>
          </a:xfrm>
          <a:custGeom>
            <a:avLst/>
            <a:gdLst/>
            <a:ahLst/>
            <a:cxnLst/>
            <a:rect r="r" b="b" t="t" l="l"/>
            <a:pathLst>
              <a:path h="8393712" w="4914137">
                <a:moveTo>
                  <a:pt x="4914137" y="0"/>
                </a:moveTo>
                <a:lnTo>
                  <a:pt x="0" y="0"/>
                </a:lnTo>
                <a:lnTo>
                  <a:pt x="0" y="8393712"/>
                </a:lnTo>
                <a:lnTo>
                  <a:pt x="4914137" y="8393712"/>
                </a:lnTo>
                <a:lnTo>
                  <a:pt x="4914137"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8502197" y="1248055"/>
            <a:ext cx="7933886" cy="8599480"/>
          </a:xfrm>
          <a:custGeom>
            <a:avLst/>
            <a:gdLst/>
            <a:ahLst/>
            <a:cxnLst/>
            <a:rect r="r" b="b" t="t" l="l"/>
            <a:pathLst>
              <a:path h="8599480" w="7933886">
                <a:moveTo>
                  <a:pt x="0" y="0"/>
                </a:moveTo>
                <a:lnTo>
                  <a:pt x="7933886" y="0"/>
                </a:lnTo>
                <a:lnTo>
                  <a:pt x="7933886" y="8599480"/>
                </a:lnTo>
                <a:lnTo>
                  <a:pt x="0" y="8599480"/>
                </a:lnTo>
                <a:lnTo>
                  <a:pt x="0" y="0"/>
                </a:lnTo>
                <a:close/>
              </a:path>
            </a:pathLst>
          </a:custGeom>
          <a:blipFill>
            <a:blip r:embed="rId4"/>
            <a:stretch>
              <a:fillRect l="0" t="0" r="0" b="0"/>
            </a:stretch>
          </a:blipFill>
        </p:spPr>
      </p:sp>
      <p:sp>
        <p:nvSpPr>
          <p:cNvPr name="TextBox 4" id="4"/>
          <p:cNvSpPr txBox="true"/>
          <p:nvPr/>
        </p:nvSpPr>
        <p:spPr>
          <a:xfrm rot="0">
            <a:off x="6956411" y="-38100"/>
            <a:ext cx="11025456" cy="1346979"/>
          </a:xfrm>
          <a:prstGeom prst="rect">
            <a:avLst/>
          </a:prstGeom>
        </p:spPr>
        <p:txBody>
          <a:bodyPr anchor="t" rtlCol="false" tIns="0" lIns="0" bIns="0" rIns="0">
            <a:spAutoFit/>
          </a:bodyPr>
          <a:lstStyle/>
          <a:p>
            <a:pPr algn="ctr" marL="0" indent="0" lvl="0">
              <a:lnSpc>
                <a:spcPts val="10659"/>
              </a:lnSpc>
            </a:pPr>
            <a:r>
              <a:rPr lang="en-US" sz="8596" spc="-438">
                <a:solidFill>
                  <a:srgbClr val="000000"/>
                </a:solidFill>
                <a:latin typeface="Lazydog"/>
                <a:ea typeface="Lazydog"/>
                <a:cs typeface="Lazydog"/>
                <a:sym typeface="Lazydog"/>
              </a:rPr>
              <a:t>USECASE TODO LIST APK</a:t>
            </a:r>
          </a:p>
        </p:txBody>
      </p:sp>
      <p:sp>
        <p:nvSpPr>
          <p:cNvPr name="Freeform 5" id="5"/>
          <p:cNvSpPr/>
          <p:nvPr/>
        </p:nvSpPr>
        <p:spPr>
          <a:xfrm flipH="false" flipV="false" rot="-10800000">
            <a:off x="0" y="33845"/>
            <a:ext cx="2550067" cy="1275034"/>
          </a:xfrm>
          <a:custGeom>
            <a:avLst/>
            <a:gdLst/>
            <a:ahLst/>
            <a:cxnLst/>
            <a:rect r="r" b="b" t="t" l="l"/>
            <a:pathLst>
              <a:path h="1275034" w="2550067">
                <a:moveTo>
                  <a:pt x="0" y="0"/>
                </a:moveTo>
                <a:lnTo>
                  <a:pt x="2550067" y="0"/>
                </a:lnTo>
                <a:lnTo>
                  <a:pt x="2550067" y="1275034"/>
                </a:lnTo>
                <a:lnTo>
                  <a:pt x="0" y="12750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392075" y="8373316"/>
            <a:ext cx="3537302" cy="3370084"/>
          </a:xfrm>
          <a:custGeom>
            <a:avLst/>
            <a:gdLst/>
            <a:ahLst/>
            <a:cxnLst/>
            <a:rect r="r" b="b" t="t" l="l"/>
            <a:pathLst>
              <a:path h="3370084" w="3537302">
                <a:moveTo>
                  <a:pt x="0" y="0"/>
                </a:moveTo>
                <a:lnTo>
                  <a:pt x="3537302" y="0"/>
                </a:lnTo>
                <a:lnTo>
                  <a:pt x="3537302" y="3370084"/>
                </a:lnTo>
                <a:lnTo>
                  <a:pt x="0" y="337008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14889702" y="7133143"/>
            <a:ext cx="3537302" cy="3370084"/>
          </a:xfrm>
          <a:custGeom>
            <a:avLst/>
            <a:gdLst/>
            <a:ahLst/>
            <a:cxnLst/>
            <a:rect r="r" b="b" t="t" l="l"/>
            <a:pathLst>
              <a:path h="3370084" w="3537302">
                <a:moveTo>
                  <a:pt x="0" y="0"/>
                </a:moveTo>
                <a:lnTo>
                  <a:pt x="3537302" y="0"/>
                </a:lnTo>
                <a:lnTo>
                  <a:pt x="3537302" y="3370084"/>
                </a:lnTo>
                <a:lnTo>
                  <a:pt x="0" y="337008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95884" y="4469062"/>
            <a:ext cx="592382" cy="592382"/>
          </a:xfrm>
          <a:custGeom>
            <a:avLst/>
            <a:gdLst/>
            <a:ahLst/>
            <a:cxnLst/>
            <a:rect r="r" b="b" t="t" l="l"/>
            <a:pathLst>
              <a:path h="592382" w="592382">
                <a:moveTo>
                  <a:pt x="0" y="0"/>
                </a:moveTo>
                <a:lnTo>
                  <a:pt x="592382" y="0"/>
                </a:lnTo>
                <a:lnTo>
                  <a:pt x="592382" y="592382"/>
                </a:lnTo>
                <a:lnTo>
                  <a:pt x="0" y="59238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16963109" y="1712156"/>
            <a:ext cx="592382" cy="592382"/>
          </a:xfrm>
          <a:custGeom>
            <a:avLst/>
            <a:gdLst/>
            <a:ahLst/>
            <a:cxnLst/>
            <a:rect r="r" b="b" t="t" l="l"/>
            <a:pathLst>
              <a:path h="592382" w="592382">
                <a:moveTo>
                  <a:pt x="0" y="0"/>
                </a:moveTo>
                <a:lnTo>
                  <a:pt x="592382" y="0"/>
                </a:lnTo>
                <a:lnTo>
                  <a:pt x="592382" y="592382"/>
                </a:lnTo>
                <a:lnTo>
                  <a:pt x="0" y="59238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0" id="10"/>
          <p:cNvSpPr/>
          <p:nvPr/>
        </p:nvSpPr>
        <p:spPr>
          <a:xfrm flipH="false" flipV="false" rot="0">
            <a:off x="7909815" y="7133143"/>
            <a:ext cx="592382" cy="592382"/>
          </a:xfrm>
          <a:custGeom>
            <a:avLst/>
            <a:gdLst/>
            <a:ahLst/>
            <a:cxnLst/>
            <a:rect r="r" b="b" t="t" l="l"/>
            <a:pathLst>
              <a:path h="592382" w="592382">
                <a:moveTo>
                  <a:pt x="0" y="0"/>
                </a:moveTo>
                <a:lnTo>
                  <a:pt x="592382" y="0"/>
                </a:lnTo>
                <a:lnTo>
                  <a:pt x="592382" y="592382"/>
                </a:lnTo>
                <a:lnTo>
                  <a:pt x="0" y="592382"/>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8FF"/>
        </a:solidFill>
      </p:bgPr>
    </p:bg>
    <p:spTree>
      <p:nvGrpSpPr>
        <p:cNvPr id="1" name=""/>
        <p:cNvGrpSpPr/>
        <p:nvPr/>
      </p:nvGrpSpPr>
      <p:grpSpPr>
        <a:xfrm>
          <a:off x="0" y="0"/>
          <a:ext cx="0" cy="0"/>
          <a:chOff x="0" y="0"/>
          <a:chExt cx="0" cy="0"/>
        </a:xfrm>
      </p:grpSpPr>
      <p:sp>
        <p:nvSpPr>
          <p:cNvPr name="Freeform 2" id="2"/>
          <p:cNvSpPr/>
          <p:nvPr/>
        </p:nvSpPr>
        <p:spPr>
          <a:xfrm flipH="true" flipV="false" rot="0">
            <a:off x="12355782" y="1133000"/>
            <a:ext cx="4433425" cy="8021000"/>
          </a:xfrm>
          <a:custGeom>
            <a:avLst/>
            <a:gdLst/>
            <a:ahLst/>
            <a:cxnLst/>
            <a:rect r="r" b="b" t="t" l="l"/>
            <a:pathLst>
              <a:path h="8021000" w="4433425">
                <a:moveTo>
                  <a:pt x="4433426" y="0"/>
                </a:moveTo>
                <a:lnTo>
                  <a:pt x="0" y="0"/>
                </a:lnTo>
                <a:lnTo>
                  <a:pt x="0" y="8021000"/>
                </a:lnTo>
                <a:lnTo>
                  <a:pt x="4433426" y="8021000"/>
                </a:lnTo>
                <a:lnTo>
                  <a:pt x="4433426"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2687803" y="4624803"/>
            <a:ext cx="9010755" cy="1346979"/>
          </a:xfrm>
          <a:prstGeom prst="rect">
            <a:avLst/>
          </a:prstGeom>
        </p:spPr>
        <p:txBody>
          <a:bodyPr anchor="t" rtlCol="false" tIns="0" lIns="0" bIns="0" rIns="0">
            <a:spAutoFit/>
          </a:bodyPr>
          <a:lstStyle/>
          <a:p>
            <a:pPr algn="just" marL="0" indent="0" lvl="0">
              <a:lnSpc>
                <a:spcPts val="10659"/>
              </a:lnSpc>
            </a:pPr>
            <a:r>
              <a:rPr lang="en-US" sz="8596" spc="-438">
                <a:solidFill>
                  <a:srgbClr val="000000"/>
                </a:solidFill>
                <a:latin typeface="Lazydog"/>
                <a:ea typeface="Lazydog"/>
                <a:cs typeface="Lazydog"/>
                <a:sym typeface="Lazydog"/>
              </a:rPr>
              <a:t>DEMO APLIKASI</a:t>
            </a:r>
          </a:p>
        </p:txBody>
      </p:sp>
      <p:sp>
        <p:nvSpPr>
          <p:cNvPr name="Freeform 4" id="4"/>
          <p:cNvSpPr/>
          <p:nvPr/>
        </p:nvSpPr>
        <p:spPr>
          <a:xfrm flipH="false" flipV="false" rot="0">
            <a:off x="11197646" y="1133000"/>
            <a:ext cx="592382" cy="592382"/>
          </a:xfrm>
          <a:custGeom>
            <a:avLst/>
            <a:gdLst/>
            <a:ahLst/>
            <a:cxnLst/>
            <a:rect r="r" b="b" t="t" l="l"/>
            <a:pathLst>
              <a:path h="592382" w="592382">
                <a:moveTo>
                  <a:pt x="0" y="0"/>
                </a:moveTo>
                <a:lnTo>
                  <a:pt x="592382" y="0"/>
                </a:lnTo>
                <a:lnTo>
                  <a:pt x="592382" y="592382"/>
                </a:lnTo>
                <a:lnTo>
                  <a:pt x="0" y="5923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448806" y="5021152"/>
            <a:ext cx="592382" cy="592382"/>
          </a:xfrm>
          <a:custGeom>
            <a:avLst/>
            <a:gdLst/>
            <a:ahLst/>
            <a:cxnLst/>
            <a:rect r="r" b="b" t="t" l="l"/>
            <a:pathLst>
              <a:path h="592382" w="592382">
                <a:moveTo>
                  <a:pt x="0" y="0"/>
                </a:moveTo>
                <a:lnTo>
                  <a:pt x="592382" y="0"/>
                </a:lnTo>
                <a:lnTo>
                  <a:pt x="592382" y="592382"/>
                </a:lnTo>
                <a:lnTo>
                  <a:pt x="0" y="5923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1763401" y="8962109"/>
            <a:ext cx="592382" cy="592382"/>
          </a:xfrm>
          <a:custGeom>
            <a:avLst/>
            <a:gdLst/>
            <a:ahLst/>
            <a:cxnLst/>
            <a:rect r="r" b="b" t="t" l="l"/>
            <a:pathLst>
              <a:path h="592382" w="592382">
                <a:moveTo>
                  <a:pt x="0" y="0"/>
                </a:moveTo>
                <a:lnTo>
                  <a:pt x="592381" y="0"/>
                </a:lnTo>
                <a:lnTo>
                  <a:pt x="592381" y="592382"/>
                </a:lnTo>
                <a:lnTo>
                  <a:pt x="0" y="5923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8FF"/>
        </a:solidFill>
      </p:bgPr>
    </p:bg>
    <p:spTree>
      <p:nvGrpSpPr>
        <p:cNvPr id="1" name=""/>
        <p:cNvGrpSpPr/>
        <p:nvPr/>
      </p:nvGrpSpPr>
      <p:grpSpPr>
        <a:xfrm>
          <a:off x="0" y="0"/>
          <a:ext cx="0" cy="0"/>
          <a:chOff x="0" y="0"/>
          <a:chExt cx="0" cy="0"/>
        </a:xfrm>
      </p:grpSpPr>
      <p:sp>
        <p:nvSpPr>
          <p:cNvPr name="Freeform 2" id="2"/>
          <p:cNvSpPr/>
          <p:nvPr/>
        </p:nvSpPr>
        <p:spPr>
          <a:xfrm flipH="true" flipV="false" rot="0">
            <a:off x="0" y="671362"/>
            <a:ext cx="4914137" cy="8393712"/>
          </a:xfrm>
          <a:custGeom>
            <a:avLst/>
            <a:gdLst/>
            <a:ahLst/>
            <a:cxnLst/>
            <a:rect r="r" b="b" t="t" l="l"/>
            <a:pathLst>
              <a:path h="8393712" w="4914137">
                <a:moveTo>
                  <a:pt x="4914137" y="0"/>
                </a:moveTo>
                <a:lnTo>
                  <a:pt x="0" y="0"/>
                </a:lnTo>
                <a:lnTo>
                  <a:pt x="0" y="8393712"/>
                </a:lnTo>
                <a:lnTo>
                  <a:pt x="4914137" y="8393712"/>
                </a:lnTo>
                <a:lnTo>
                  <a:pt x="4914137"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5429074" y="365177"/>
            <a:ext cx="11025456" cy="1346979"/>
          </a:xfrm>
          <a:prstGeom prst="rect">
            <a:avLst/>
          </a:prstGeom>
        </p:spPr>
        <p:txBody>
          <a:bodyPr anchor="t" rtlCol="false" tIns="0" lIns="0" bIns="0" rIns="0">
            <a:spAutoFit/>
          </a:bodyPr>
          <a:lstStyle/>
          <a:p>
            <a:pPr algn="ctr" marL="0" indent="0" lvl="0">
              <a:lnSpc>
                <a:spcPts val="10659"/>
              </a:lnSpc>
            </a:pPr>
            <a:r>
              <a:rPr lang="en-US" sz="8596" spc="-438">
                <a:solidFill>
                  <a:srgbClr val="000000"/>
                </a:solidFill>
                <a:latin typeface="Lazydog"/>
                <a:ea typeface="Lazydog"/>
                <a:cs typeface="Lazydog"/>
                <a:sym typeface="Lazydog"/>
              </a:rPr>
              <a:t>KESIMPULAN &amp; SARAN</a:t>
            </a:r>
          </a:p>
        </p:txBody>
      </p:sp>
      <p:sp>
        <p:nvSpPr>
          <p:cNvPr name="Freeform 4" id="4"/>
          <p:cNvSpPr/>
          <p:nvPr/>
        </p:nvSpPr>
        <p:spPr>
          <a:xfrm flipH="false" flipV="false" rot="-10800000">
            <a:off x="0" y="33845"/>
            <a:ext cx="2550067" cy="1275034"/>
          </a:xfrm>
          <a:custGeom>
            <a:avLst/>
            <a:gdLst/>
            <a:ahLst/>
            <a:cxnLst/>
            <a:rect r="r" b="b" t="t" l="l"/>
            <a:pathLst>
              <a:path h="1275034" w="2550067">
                <a:moveTo>
                  <a:pt x="0" y="0"/>
                </a:moveTo>
                <a:lnTo>
                  <a:pt x="2550067" y="0"/>
                </a:lnTo>
                <a:lnTo>
                  <a:pt x="2550067" y="1275034"/>
                </a:lnTo>
                <a:lnTo>
                  <a:pt x="0" y="12750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92075" y="8373316"/>
            <a:ext cx="3537302" cy="3370084"/>
          </a:xfrm>
          <a:custGeom>
            <a:avLst/>
            <a:gdLst/>
            <a:ahLst/>
            <a:cxnLst/>
            <a:rect r="r" b="b" t="t" l="l"/>
            <a:pathLst>
              <a:path h="3370084" w="3537302">
                <a:moveTo>
                  <a:pt x="0" y="0"/>
                </a:moveTo>
                <a:lnTo>
                  <a:pt x="3537302" y="0"/>
                </a:lnTo>
                <a:lnTo>
                  <a:pt x="3537302" y="3370084"/>
                </a:lnTo>
                <a:lnTo>
                  <a:pt x="0" y="337008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5490649" y="8233725"/>
            <a:ext cx="3537302" cy="3370084"/>
          </a:xfrm>
          <a:custGeom>
            <a:avLst/>
            <a:gdLst/>
            <a:ahLst/>
            <a:cxnLst/>
            <a:rect r="r" b="b" t="t" l="l"/>
            <a:pathLst>
              <a:path h="3370084" w="3537302">
                <a:moveTo>
                  <a:pt x="0" y="0"/>
                </a:moveTo>
                <a:lnTo>
                  <a:pt x="3537302" y="0"/>
                </a:lnTo>
                <a:lnTo>
                  <a:pt x="3537302" y="3370084"/>
                </a:lnTo>
                <a:lnTo>
                  <a:pt x="0" y="337008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95884" y="4469062"/>
            <a:ext cx="592382" cy="592382"/>
          </a:xfrm>
          <a:custGeom>
            <a:avLst/>
            <a:gdLst/>
            <a:ahLst/>
            <a:cxnLst/>
            <a:rect r="r" b="b" t="t" l="l"/>
            <a:pathLst>
              <a:path h="592382" w="592382">
                <a:moveTo>
                  <a:pt x="0" y="0"/>
                </a:moveTo>
                <a:lnTo>
                  <a:pt x="592382" y="0"/>
                </a:lnTo>
                <a:lnTo>
                  <a:pt x="592382" y="592382"/>
                </a:lnTo>
                <a:lnTo>
                  <a:pt x="0" y="5923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7259300" y="1415965"/>
            <a:ext cx="592382" cy="592382"/>
          </a:xfrm>
          <a:custGeom>
            <a:avLst/>
            <a:gdLst/>
            <a:ahLst/>
            <a:cxnLst/>
            <a:rect r="r" b="b" t="t" l="l"/>
            <a:pathLst>
              <a:path h="592382" w="592382">
                <a:moveTo>
                  <a:pt x="0" y="0"/>
                </a:moveTo>
                <a:lnTo>
                  <a:pt x="592382" y="0"/>
                </a:lnTo>
                <a:lnTo>
                  <a:pt x="592382" y="592382"/>
                </a:lnTo>
                <a:lnTo>
                  <a:pt x="0" y="59238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0">
            <a:off x="7797511" y="9465976"/>
            <a:ext cx="592382" cy="592382"/>
          </a:xfrm>
          <a:custGeom>
            <a:avLst/>
            <a:gdLst/>
            <a:ahLst/>
            <a:cxnLst/>
            <a:rect r="r" b="b" t="t" l="l"/>
            <a:pathLst>
              <a:path h="592382" w="592382">
                <a:moveTo>
                  <a:pt x="0" y="0"/>
                </a:moveTo>
                <a:lnTo>
                  <a:pt x="592382" y="0"/>
                </a:lnTo>
                <a:lnTo>
                  <a:pt x="592382" y="592382"/>
                </a:lnTo>
                <a:lnTo>
                  <a:pt x="0" y="59238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0" id="10"/>
          <p:cNvSpPr txBox="true"/>
          <p:nvPr/>
        </p:nvSpPr>
        <p:spPr>
          <a:xfrm rot="0">
            <a:off x="4914137" y="1320887"/>
            <a:ext cx="13067731" cy="8047356"/>
          </a:xfrm>
          <a:prstGeom prst="rect">
            <a:avLst/>
          </a:prstGeom>
        </p:spPr>
        <p:txBody>
          <a:bodyPr anchor="t" rtlCol="false" tIns="0" lIns="0" bIns="0" rIns="0">
            <a:spAutoFit/>
          </a:bodyPr>
          <a:lstStyle/>
          <a:p>
            <a:pPr algn="l">
              <a:lnSpc>
                <a:spcPts val="4029"/>
              </a:lnSpc>
            </a:pPr>
          </a:p>
          <a:p>
            <a:pPr algn="l" marL="0" indent="0" lvl="0">
              <a:lnSpc>
                <a:spcPts val="4029"/>
              </a:lnSpc>
              <a:spcBef>
                <a:spcPct val="0"/>
              </a:spcBef>
            </a:pPr>
            <a:r>
              <a:rPr lang="en-US" b="true" sz="2599">
                <a:solidFill>
                  <a:srgbClr val="000000"/>
                </a:solidFill>
                <a:latin typeface="Nunito Bold"/>
                <a:ea typeface="Nunito Bold"/>
                <a:cs typeface="Nunito Bold"/>
                <a:sym typeface="Nunito Bold"/>
              </a:rPr>
              <a:t>Be</a:t>
            </a:r>
            <a:r>
              <a:rPr lang="en-US" b="true" sz="2599" strike="noStrike" u="none">
                <a:solidFill>
                  <a:srgbClr val="000000"/>
                </a:solidFill>
                <a:latin typeface="Nunito Bold"/>
                <a:ea typeface="Nunito Bold"/>
                <a:cs typeface="Nunito Bold"/>
                <a:sym typeface="Nunito Bold"/>
              </a:rPr>
              <a:t>rdasarkan hasil pengembangan yang telah dilakukan, dapat disimpulkan bahwa aplikasi ToDo App berhasil dikembangkan sesuai tujuan sebagai aplikasi manajemen tugas harian berbasis Android. Seluruh fitur utama, seperti pengelolaan tugas, kategori, pencarian, filter, kalender, dan notifikasi, telah berhasil diimplementasikan dengan baik. Selain itu, penerapan arsitektur MVVM dan Room Database membuat aplikasi lebih terstruktur, mudah dikelola, serta memberikan pengalaman belajar yang baik dalam memahami proses pengembangan aplikasi mobile.</a:t>
            </a:r>
          </a:p>
          <a:p>
            <a:pPr algn="l" marL="0" indent="0" lvl="0">
              <a:lnSpc>
                <a:spcPts val="4029"/>
              </a:lnSpc>
              <a:spcBef>
                <a:spcPct val="0"/>
              </a:spcBef>
            </a:pPr>
          </a:p>
          <a:p>
            <a:pPr algn="l" marL="0" indent="0" lvl="0">
              <a:lnSpc>
                <a:spcPts val="4029"/>
              </a:lnSpc>
              <a:spcBef>
                <a:spcPct val="0"/>
              </a:spcBef>
            </a:pPr>
            <a:r>
              <a:rPr lang="en-US" b="true" sz="2599" strike="noStrike" u="none">
                <a:solidFill>
                  <a:srgbClr val="000000"/>
                </a:solidFill>
                <a:latin typeface="Nunito Bold"/>
                <a:ea typeface="Nunito Bold"/>
                <a:cs typeface="Nunito Bold"/>
                <a:sym typeface="Nunito Bold"/>
              </a:rPr>
              <a:t>kemudian u</a:t>
            </a:r>
            <a:r>
              <a:rPr lang="en-US" b="true" sz="2599" strike="noStrike" u="none">
                <a:solidFill>
                  <a:srgbClr val="000000"/>
                </a:solidFill>
                <a:latin typeface="Nunito Bold"/>
                <a:ea typeface="Nunito Bold"/>
                <a:cs typeface="Nunito Bold"/>
                <a:sym typeface="Nunito Bold"/>
              </a:rPr>
              <a:t>ntuk pengembangan selanjutnya, aplikasi ToDo App dapat ditingkatkan dengan menambahkan fitur sinkronisasi data berbasis cloud, dukungan multi-pengguna, kategori atau label yang lebih fleksibel, kemampuan melampirkan berkas pada tugas, serta pengembangan ke platform lain seperti iOS atau web agar aplikasi dapat memberikan manfaat yang lebih luas dan memenuhi kebutuhan pengguna yang semakin beragam.</a:t>
            </a:r>
          </a:p>
          <a:p>
            <a:pPr algn="l" marL="0" indent="0" lvl="0">
              <a:lnSpc>
                <a:spcPts val="4029"/>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4F8FF"/>
        </a:solidFill>
      </p:bgPr>
    </p:bg>
    <p:spTree>
      <p:nvGrpSpPr>
        <p:cNvPr id="1" name=""/>
        <p:cNvGrpSpPr/>
        <p:nvPr/>
      </p:nvGrpSpPr>
      <p:grpSpPr>
        <a:xfrm>
          <a:off x="0" y="0"/>
          <a:ext cx="0" cy="0"/>
          <a:chOff x="0" y="0"/>
          <a:chExt cx="0" cy="0"/>
        </a:xfrm>
      </p:grpSpPr>
      <p:sp>
        <p:nvSpPr>
          <p:cNvPr name="TextBox 2" id="2"/>
          <p:cNvSpPr txBox="true"/>
          <p:nvPr/>
        </p:nvSpPr>
        <p:spPr>
          <a:xfrm rot="0">
            <a:off x="4033884" y="3179761"/>
            <a:ext cx="10220232" cy="2419152"/>
          </a:xfrm>
          <a:prstGeom prst="rect">
            <a:avLst/>
          </a:prstGeom>
        </p:spPr>
        <p:txBody>
          <a:bodyPr anchor="t" rtlCol="false" tIns="0" lIns="0" bIns="0" rIns="0">
            <a:spAutoFit/>
          </a:bodyPr>
          <a:lstStyle/>
          <a:p>
            <a:pPr algn="ctr" marL="0" indent="0" lvl="0">
              <a:lnSpc>
                <a:spcPts val="18546"/>
              </a:lnSpc>
              <a:spcBef>
                <a:spcPct val="0"/>
              </a:spcBef>
            </a:pPr>
            <a:r>
              <a:rPr lang="en-US" sz="17015" spc="-1105">
                <a:solidFill>
                  <a:srgbClr val="000000"/>
                </a:solidFill>
                <a:latin typeface="Lazydog"/>
                <a:ea typeface="Lazydog"/>
                <a:cs typeface="Lazydog"/>
                <a:sym typeface="Lazydog"/>
              </a:rPr>
              <a:t>Thank you</a:t>
            </a:r>
          </a:p>
        </p:txBody>
      </p:sp>
      <p:grpSp>
        <p:nvGrpSpPr>
          <p:cNvPr name="Group 3" id="3"/>
          <p:cNvGrpSpPr/>
          <p:nvPr/>
        </p:nvGrpSpPr>
        <p:grpSpPr>
          <a:xfrm rot="0">
            <a:off x="6049429" y="5598913"/>
            <a:ext cx="6228766" cy="939275"/>
            <a:chOff x="0" y="0"/>
            <a:chExt cx="4640499" cy="699770"/>
          </a:xfrm>
        </p:grpSpPr>
        <p:sp>
          <p:nvSpPr>
            <p:cNvPr name="Freeform 4" id="4"/>
            <p:cNvSpPr/>
            <p:nvPr/>
          </p:nvSpPr>
          <p:spPr>
            <a:xfrm flipH="false" flipV="false" rot="0">
              <a:off x="55409" y="45740"/>
              <a:ext cx="4529465" cy="608584"/>
            </a:xfrm>
            <a:custGeom>
              <a:avLst/>
              <a:gdLst/>
              <a:ahLst/>
              <a:cxnLst/>
              <a:rect r="r" b="b" t="t" l="l"/>
              <a:pathLst>
                <a:path h="608584" w="4529465">
                  <a:moveTo>
                    <a:pt x="0" y="220960"/>
                  </a:moveTo>
                  <a:cubicBezTo>
                    <a:pt x="470976" y="123170"/>
                    <a:pt x="746636" y="81260"/>
                    <a:pt x="962730" y="54590"/>
                  </a:cubicBezTo>
                  <a:cubicBezTo>
                    <a:pt x="1166358" y="31730"/>
                    <a:pt x="1349208" y="12680"/>
                    <a:pt x="1556991" y="5060"/>
                  </a:cubicBezTo>
                  <a:cubicBezTo>
                    <a:pt x="1784168" y="-3830"/>
                    <a:pt x="2052901" y="-20"/>
                    <a:pt x="2274537" y="8870"/>
                  </a:cubicBezTo>
                  <a:cubicBezTo>
                    <a:pt x="2467083" y="16490"/>
                    <a:pt x="2640236" y="31730"/>
                    <a:pt x="2812004" y="48240"/>
                  </a:cubicBezTo>
                  <a:cubicBezTo>
                    <a:pt x="2974075" y="63480"/>
                    <a:pt x="3100130" y="73640"/>
                    <a:pt x="3278824" y="104120"/>
                  </a:cubicBezTo>
                  <a:cubicBezTo>
                    <a:pt x="3525394" y="144760"/>
                    <a:pt x="3967280" y="242550"/>
                    <a:pt x="4148745" y="289540"/>
                  </a:cubicBezTo>
                  <a:cubicBezTo>
                    <a:pt x="4234629" y="309860"/>
                    <a:pt x="4273415" y="321290"/>
                    <a:pt x="4332979" y="342880"/>
                  </a:cubicBezTo>
                  <a:cubicBezTo>
                    <a:pt x="4392544" y="365740"/>
                    <a:pt x="4478428" y="391140"/>
                    <a:pt x="4507518" y="422890"/>
                  </a:cubicBezTo>
                  <a:cubicBezTo>
                    <a:pt x="4525526" y="440670"/>
                    <a:pt x="4532452" y="464800"/>
                    <a:pt x="4528296" y="483850"/>
                  </a:cubicBezTo>
                  <a:cubicBezTo>
                    <a:pt x="4525526" y="502900"/>
                    <a:pt x="4507518" y="524490"/>
                    <a:pt x="4485354" y="535920"/>
                  </a:cubicBezTo>
                  <a:cubicBezTo>
                    <a:pt x="4450723" y="551160"/>
                    <a:pt x="4403626" y="539730"/>
                    <a:pt x="4321897" y="535920"/>
                  </a:cubicBezTo>
                  <a:cubicBezTo>
                    <a:pt x="4058705" y="523220"/>
                    <a:pt x="3133376" y="407650"/>
                    <a:pt x="2676252" y="380980"/>
                  </a:cubicBezTo>
                  <a:cubicBezTo>
                    <a:pt x="2352110" y="361930"/>
                    <a:pt x="2047361" y="359390"/>
                    <a:pt x="1840962" y="361930"/>
                  </a:cubicBezTo>
                  <a:cubicBezTo>
                    <a:pt x="1719062" y="363200"/>
                    <a:pt x="1656727" y="367010"/>
                    <a:pt x="1550065" y="374630"/>
                  </a:cubicBezTo>
                  <a:cubicBezTo>
                    <a:pt x="1417084" y="384790"/>
                    <a:pt x="1270250" y="397490"/>
                    <a:pt x="1104023" y="421620"/>
                  </a:cubicBezTo>
                  <a:cubicBezTo>
                    <a:pt x="887928" y="452100"/>
                    <a:pt x="466820" y="572750"/>
                    <a:pt x="369855" y="557510"/>
                  </a:cubicBezTo>
                  <a:cubicBezTo>
                    <a:pt x="343535" y="553700"/>
                    <a:pt x="332454" y="546080"/>
                    <a:pt x="322757" y="533380"/>
                  </a:cubicBezTo>
                  <a:cubicBezTo>
                    <a:pt x="311675" y="521950"/>
                    <a:pt x="304749" y="501630"/>
                    <a:pt x="304749" y="486390"/>
                  </a:cubicBezTo>
                  <a:cubicBezTo>
                    <a:pt x="304749" y="474960"/>
                    <a:pt x="307520" y="464800"/>
                    <a:pt x="314446" y="454640"/>
                  </a:cubicBezTo>
                  <a:cubicBezTo>
                    <a:pt x="322757" y="443210"/>
                    <a:pt x="332454" y="431780"/>
                    <a:pt x="356002" y="422890"/>
                  </a:cubicBezTo>
                  <a:cubicBezTo>
                    <a:pt x="421108" y="397490"/>
                    <a:pt x="624736" y="384790"/>
                    <a:pt x="766029" y="374630"/>
                  </a:cubicBezTo>
                  <a:cubicBezTo>
                    <a:pt x="914248" y="365740"/>
                    <a:pt x="1073548" y="363200"/>
                    <a:pt x="1227308" y="368280"/>
                  </a:cubicBezTo>
                  <a:cubicBezTo>
                    <a:pt x="1381068" y="372090"/>
                    <a:pt x="1537598" y="386060"/>
                    <a:pt x="1685817" y="402570"/>
                  </a:cubicBezTo>
                  <a:cubicBezTo>
                    <a:pt x="1827110" y="419080"/>
                    <a:pt x="2066754" y="417810"/>
                    <a:pt x="2095843" y="464800"/>
                  </a:cubicBezTo>
                  <a:cubicBezTo>
                    <a:pt x="2111081" y="488930"/>
                    <a:pt x="2066754" y="558780"/>
                    <a:pt x="2058442" y="558780"/>
                  </a:cubicBezTo>
                  <a:cubicBezTo>
                    <a:pt x="2048746" y="557510"/>
                    <a:pt x="2027967" y="476230"/>
                    <a:pt x="2041819" y="459720"/>
                  </a:cubicBezTo>
                  <a:cubicBezTo>
                    <a:pt x="2052901" y="445750"/>
                    <a:pt x="2093073" y="445750"/>
                    <a:pt x="2112466" y="452100"/>
                  </a:cubicBezTo>
                  <a:cubicBezTo>
                    <a:pt x="2129089" y="457180"/>
                    <a:pt x="2144326" y="471150"/>
                    <a:pt x="2152637" y="485120"/>
                  </a:cubicBezTo>
                  <a:cubicBezTo>
                    <a:pt x="2159564" y="497820"/>
                    <a:pt x="2162334" y="519410"/>
                    <a:pt x="2158178" y="533380"/>
                  </a:cubicBezTo>
                  <a:cubicBezTo>
                    <a:pt x="2154023" y="548620"/>
                    <a:pt x="2141556" y="565130"/>
                    <a:pt x="2127703" y="574020"/>
                  </a:cubicBezTo>
                  <a:cubicBezTo>
                    <a:pt x="2115236" y="582910"/>
                    <a:pt x="2094458" y="593070"/>
                    <a:pt x="2084762" y="586720"/>
                  </a:cubicBezTo>
                  <a:cubicBezTo>
                    <a:pt x="2066754" y="575290"/>
                    <a:pt x="2102769" y="458450"/>
                    <a:pt x="2084762" y="447020"/>
                  </a:cubicBezTo>
                  <a:cubicBezTo>
                    <a:pt x="2075065" y="440670"/>
                    <a:pt x="2041819" y="458450"/>
                    <a:pt x="2041819" y="459720"/>
                  </a:cubicBezTo>
                  <a:cubicBezTo>
                    <a:pt x="2041819" y="460990"/>
                    <a:pt x="2091688" y="444480"/>
                    <a:pt x="2112466" y="452100"/>
                  </a:cubicBezTo>
                  <a:cubicBezTo>
                    <a:pt x="2131859" y="458450"/>
                    <a:pt x="2152637" y="485120"/>
                    <a:pt x="2158178" y="500360"/>
                  </a:cubicBezTo>
                  <a:cubicBezTo>
                    <a:pt x="2163719" y="511790"/>
                    <a:pt x="2162334" y="523220"/>
                    <a:pt x="2158178" y="533380"/>
                  </a:cubicBezTo>
                  <a:cubicBezTo>
                    <a:pt x="2154023" y="547350"/>
                    <a:pt x="2127703" y="574020"/>
                    <a:pt x="2127703" y="574020"/>
                  </a:cubicBezTo>
                  <a:cubicBezTo>
                    <a:pt x="2127703" y="575290"/>
                    <a:pt x="2188653" y="504170"/>
                    <a:pt x="2185883" y="501630"/>
                  </a:cubicBezTo>
                  <a:cubicBezTo>
                    <a:pt x="2183112" y="499090"/>
                    <a:pt x="2126318" y="586720"/>
                    <a:pt x="2070909" y="603230"/>
                  </a:cubicBezTo>
                  <a:cubicBezTo>
                    <a:pt x="1980870" y="628630"/>
                    <a:pt x="1795250" y="556240"/>
                    <a:pt x="1667809" y="541000"/>
                  </a:cubicBezTo>
                  <a:cubicBezTo>
                    <a:pt x="1551450" y="528300"/>
                    <a:pt x="1461411" y="518140"/>
                    <a:pt x="1336741" y="513060"/>
                  </a:cubicBezTo>
                  <a:cubicBezTo>
                    <a:pt x="1174670" y="505440"/>
                    <a:pt x="946108" y="504170"/>
                    <a:pt x="775725" y="514330"/>
                  </a:cubicBezTo>
                  <a:cubicBezTo>
                    <a:pt x="634432" y="523220"/>
                    <a:pt x="447427" y="558780"/>
                    <a:pt x="387862" y="558780"/>
                  </a:cubicBezTo>
                  <a:cubicBezTo>
                    <a:pt x="369855" y="558780"/>
                    <a:pt x="362928" y="558780"/>
                    <a:pt x="351847" y="553700"/>
                  </a:cubicBezTo>
                  <a:cubicBezTo>
                    <a:pt x="337994" y="547350"/>
                    <a:pt x="318601" y="534650"/>
                    <a:pt x="311675" y="519410"/>
                  </a:cubicBezTo>
                  <a:cubicBezTo>
                    <a:pt x="304749" y="502900"/>
                    <a:pt x="306134" y="471150"/>
                    <a:pt x="314446" y="454640"/>
                  </a:cubicBezTo>
                  <a:cubicBezTo>
                    <a:pt x="322757" y="440670"/>
                    <a:pt x="332454" y="434320"/>
                    <a:pt x="356002" y="422890"/>
                  </a:cubicBezTo>
                  <a:cubicBezTo>
                    <a:pt x="433575" y="387330"/>
                    <a:pt x="717546" y="341610"/>
                    <a:pt x="911477" y="311130"/>
                  </a:cubicBezTo>
                  <a:cubicBezTo>
                    <a:pt x="1122031" y="276840"/>
                    <a:pt x="1408772" y="246360"/>
                    <a:pt x="1573614" y="232390"/>
                  </a:cubicBezTo>
                  <a:cubicBezTo>
                    <a:pt x="1669194" y="224770"/>
                    <a:pt x="1701055" y="223500"/>
                    <a:pt x="1803561" y="223500"/>
                  </a:cubicBezTo>
                  <a:cubicBezTo>
                    <a:pt x="2011344" y="220960"/>
                    <a:pt x="2435223" y="227310"/>
                    <a:pt x="2739972" y="246360"/>
                  </a:cubicBezTo>
                  <a:cubicBezTo>
                    <a:pt x="3030869" y="264140"/>
                    <a:pt x="3377175" y="316210"/>
                    <a:pt x="3590499" y="332720"/>
                  </a:cubicBezTo>
                  <a:cubicBezTo>
                    <a:pt x="3717940" y="342880"/>
                    <a:pt x="3778890" y="340340"/>
                    <a:pt x="3898019" y="350500"/>
                  </a:cubicBezTo>
                  <a:cubicBezTo>
                    <a:pt x="4064246" y="363200"/>
                    <a:pt x="4425790" y="382250"/>
                    <a:pt x="4493665" y="411460"/>
                  </a:cubicBezTo>
                  <a:cubicBezTo>
                    <a:pt x="4510288" y="419080"/>
                    <a:pt x="4513058" y="425430"/>
                    <a:pt x="4518599" y="435590"/>
                  </a:cubicBezTo>
                  <a:cubicBezTo>
                    <a:pt x="4525525" y="448290"/>
                    <a:pt x="4531066" y="468610"/>
                    <a:pt x="4528296" y="483850"/>
                  </a:cubicBezTo>
                  <a:cubicBezTo>
                    <a:pt x="4525525" y="499090"/>
                    <a:pt x="4514443" y="516870"/>
                    <a:pt x="4500591" y="527030"/>
                  </a:cubicBezTo>
                  <a:cubicBezTo>
                    <a:pt x="4488125" y="535920"/>
                    <a:pt x="4474272" y="542270"/>
                    <a:pt x="4449338" y="541000"/>
                  </a:cubicBezTo>
                  <a:cubicBezTo>
                    <a:pt x="4388388" y="539730"/>
                    <a:pt x="4266489" y="468610"/>
                    <a:pt x="4133507" y="430510"/>
                  </a:cubicBezTo>
                  <a:cubicBezTo>
                    <a:pt x="3914642" y="369550"/>
                    <a:pt x="3483837" y="280650"/>
                    <a:pt x="3251120" y="241280"/>
                  </a:cubicBezTo>
                  <a:cubicBezTo>
                    <a:pt x="3101516" y="215880"/>
                    <a:pt x="3022558" y="209530"/>
                    <a:pt x="2879880" y="195560"/>
                  </a:cubicBezTo>
                  <a:cubicBezTo>
                    <a:pt x="2691489" y="176510"/>
                    <a:pt x="2435223" y="152380"/>
                    <a:pt x="2213587" y="144760"/>
                  </a:cubicBezTo>
                  <a:cubicBezTo>
                    <a:pt x="1997492" y="135870"/>
                    <a:pt x="1775857" y="135870"/>
                    <a:pt x="1565303" y="144760"/>
                  </a:cubicBezTo>
                  <a:cubicBezTo>
                    <a:pt x="1365830" y="152380"/>
                    <a:pt x="1184366" y="170160"/>
                    <a:pt x="980738" y="194290"/>
                  </a:cubicBezTo>
                  <a:cubicBezTo>
                    <a:pt x="756332" y="220960"/>
                    <a:pt x="447427" y="267950"/>
                    <a:pt x="277045" y="300970"/>
                  </a:cubicBezTo>
                  <a:cubicBezTo>
                    <a:pt x="178694" y="320020"/>
                    <a:pt x="92810" y="377170"/>
                    <a:pt x="47097" y="355580"/>
                  </a:cubicBezTo>
                  <a:cubicBezTo>
                    <a:pt x="11082" y="336530"/>
                    <a:pt x="0" y="220960"/>
                    <a:pt x="0" y="220960"/>
                  </a:cubicBezTo>
                </a:path>
              </a:pathLst>
            </a:custGeom>
            <a:solidFill>
              <a:srgbClr val="FFC700"/>
            </a:solidFill>
            <a:ln cap="sq">
              <a:noFill/>
              <a:prstDash val="solid"/>
              <a:miter/>
            </a:ln>
          </p:spPr>
        </p:sp>
      </p:grpSp>
      <p:sp>
        <p:nvSpPr>
          <p:cNvPr name="Freeform 5" id="5"/>
          <p:cNvSpPr/>
          <p:nvPr/>
        </p:nvSpPr>
        <p:spPr>
          <a:xfrm flipH="false" flipV="false" rot="0">
            <a:off x="-1200296" y="1331401"/>
            <a:ext cx="3062016" cy="2917266"/>
          </a:xfrm>
          <a:custGeom>
            <a:avLst/>
            <a:gdLst/>
            <a:ahLst/>
            <a:cxnLst/>
            <a:rect r="r" b="b" t="t" l="l"/>
            <a:pathLst>
              <a:path h="2917266" w="3062016">
                <a:moveTo>
                  <a:pt x="0" y="0"/>
                </a:moveTo>
                <a:lnTo>
                  <a:pt x="3062015" y="0"/>
                </a:lnTo>
                <a:lnTo>
                  <a:pt x="3062015" y="2917266"/>
                </a:lnTo>
                <a:lnTo>
                  <a:pt x="0" y="2917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435647" y="-1723926"/>
            <a:ext cx="3062016" cy="2917266"/>
          </a:xfrm>
          <a:custGeom>
            <a:avLst/>
            <a:gdLst/>
            <a:ahLst/>
            <a:cxnLst/>
            <a:rect r="r" b="b" t="t" l="l"/>
            <a:pathLst>
              <a:path h="2917266" w="3062016">
                <a:moveTo>
                  <a:pt x="0" y="0"/>
                </a:moveTo>
                <a:lnTo>
                  <a:pt x="3062016" y="0"/>
                </a:lnTo>
                <a:lnTo>
                  <a:pt x="3062016" y="2917266"/>
                </a:lnTo>
                <a:lnTo>
                  <a:pt x="0" y="2917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3112376" y="-871783"/>
            <a:ext cx="2368438" cy="2265088"/>
          </a:xfrm>
          <a:custGeom>
            <a:avLst/>
            <a:gdLst/>
            <a:ahLst/>
            <a:cxnLst/>
            <a:rect r="r" b="b" t="t" l="l"/>
            <a:pathLst>
              <a:path h="2265088" w="2368438">
                <a:moveTo>
                  <a:pt x="0" y="0"/>
                </a:moveTo>
                <a:lnTo>
                  <a:pt x="2368438" y="0"/>
                </a:lnTo>
                <a:lnTo>
                  <a:pt x="2368438" y="2265088"/>
                </a:lnTo>
                <a:lnTo>
                  <a:pt x="0" y="22650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6274347" y="-442477"/>
            <a:ext cx="3198770" cy="2919605"/>
          </a:xfrm>
          <a:custGeom>
            <a:avLst/>
            <a:gdLst/>
            <a:ahLst/>
            <a:cxnLst/>
            <a:rect r="r" b="b" t="t" l="l"/>
            <a:pathLst>
              <a:path h="2919605" w="3198770">
                <a:moveTo>
                  <a:pt x="0" y="0"/>
                </a:moveTo>
                <a:lnTo>
                  <a:pt x="3198770" y="0"/>
                </a:lnTo>
                <a:lnTo>
                  <a:pt x="3198770" y="2919605"/>
                </a:lnTo>
                <a:lnTo>
                  <a:pt x="0" y="29196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true" flipV="false" rot="-488682">
            <a:off x="85695" y="4480834"/>
            <a:ext cx="3754867" cy="6705120"/>
          </a:xfrm>
          <a:custGeom>
            <a:avLst/>
            <a:gdLst/>
            <a:ahLst/>
            <a:cxnLst/>
            <a:rect r="r" b="b" t="t" l="l"/>
            <a:pathLst>
              <a:path h="6705120" w="3754867">
                <a:moveTo>
                  <a:pt x="3754867" y="0"/>
                </a:moveTo>
                <a:lnTo>
                  <a:pt x="0" y="0"/>
                </a:lnTo>
                <a:lnTo>
                  <a:pt x="0" y="6705120"/>
                </a:lnTo>
                <a:lnTo>
                  <a:pt x="3754867" y="6705120"/>
                </a:lnTo>
                <a:lnTo>
                  <a:pt x="3754867"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true" flipV="false" rot="1075988">
            <a:off x="13653507" y="4394488"/>
            <a:ext cx="5241680" cy="7225373"/>
          </a:xfrm>
          <a:custGeom>
            <a:avLst/>
            <a:gdLst/>
            <a:ahLst/>
            <a:cxnLst/>
            <a:rect r="r" b="b" t="t" l="l"/>
            <a:pathLst>
              <a:path h="7225373" w="5241680">
                <a:moveTo>
                  <a:pt x="5241680" y="0"/>
                </a:moveTo>
                <a:lnTo>
                  <a:pt x="0" y="0"/>
                </a:lnTo>
                <a:lnTo>
                  <a:pt x="0" y="7225373"/>
                </a:lnTo>
                <a:lnTo>
                  <a:pt x="5241680" y="7225373"/>
                </a:lnTo>
                <a:lnTo>
                  <a:pt x="524168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1" id="11"/>
          <p:cNvSpPr/>
          <p:nvPr/>
        </p:nvSpPr>
        <p:spPr>
          <a:xfrm flipH="false" flipV="false" rot="-1309112">
            <a:off x="1038052" y="-517387"/>
            <a:ext cx="1403238" cy="1882393"/>
          </a:xfrm>
          <a:custGeom>
            <a:avLst/>
            <a:gdLst/>
            <a:ahLst/>
            <a:cxnLst/>
            <a:rect r="r" b="b" t="t" l="l"/>
            <a:pathLst>
              <a:path h="1882393" w="1403238">
                <a:moveTo>
                  <a:pt x="0" y="0"/>
                </a:moveTo>
                <a:lnTo>
                  <a:pt x="1403238" y="0"/>
                </a:lnTo>
                <a:lnTo>
                  <a:pt x="1403238" y="1882393"/>
                </a:lnTo>
                <a:lnTo>
                  <a:pt x="0" y="188239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3112376" y="2388211"/>
            <a:ext cx="592382" cy="592382"/>
          </a:xfrm>
          <a:custGeom>
            <a:avLst/>
            <a:gdLst/>
            <a:ahLst/>
            <a:cxnLst/>
            <a:rect r="r" b="b" t="t" l="l"/>
            <a:pathLst>
              <a:path h="592382" w="592382">
                <a:moveTo>
                  <a:pt x="0" y="0"/>
                </a:moveTo>
                <a:lnTo>
                  <a:pt x="592381" y="0"/>
                </a:lnTo>
                <a:lnTo>
                  <a:pt x="592381" y="592381"/>
                </a:lnTo>
                <a:lnTo>
                  <a:pt x="0" y="59238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7185084" y="3520220"/>
            <a:ext cx="592382" cy="592382"/>
          </a:xfrm>
          <a:custGeom>
            <a:avLst/>
            <a:gdLst/>
            <a:ahLst/>
            <a:cxnLst/>
            <a:rect r="r" b="b" t="t" l="l"/>
            <a:pathLst>
              <a:path h="592382" w="592382">
                <a:moveTo>
                  <a:pt x="0" y="0"/>
                </a:moveTo>
                <a:lnTo>
                  <a:pt x="592381" y="0"/>
                </a:lnTo>
                <a:lnTo>
                  <a:pt x="592381" y="592382"/>
                </a:lnTo>
                <a:lnTo>
                  <a:pt x="0" y="59238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4" id="14"/>
          <p:cNvSpPr/>
          <p:nvPr/>
        </p:nvSpPr>
        <p:spPr>
          <a:xfrm flipH="false" flipV="false" rot="0">
            <a:off x="6485696" y="7833394"/>
            <a:ext cx="5316608" cy="2706637"/>
          </a:xfrm>
          <a:custGeom>
            <a:avLst/>
            <a:gdLst/>
            <a:ahLst/>
            <a:cxnLst/>
            <a:rect r="r" b="b" t="t" l="l"/>
            <a:pathLst>
              <a:path h="2706637" w="5316608">
                <a:moveTo>
                  <a:pt x="0" y="0"/>
                </a:moveTo>
                <a:lnTo>
                  <a:pt x="5316608" y="0"/>
                </a:lnTo>
                <a:lnTo>
                  <a:pt x="5316608" y="2706637"/>
                </a:lnTo>
                <a:lnTo>
                  <a:pt x="0" y="270663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5" id="15"/>
          <p:cNvSpPr/>
          <p:nvPr/>
        </p:nvSpPr>
        <p:spPr>
          <a:xfrm flipH="false" flipV="false" rot="0">
            <a:off x="12966655" y="1840296"/>
            <a:ext cx="2550067" cy="1275034"/>
          </a:xfrm>
          <a:custGeom>
            <a:avLst/>
            <a:gdLst/>
            <a:ahLst/>
            <a:cxnLst/>
            <a:rect r="r" b="b" t="t" l="l"/>
            <a:pathLst>
              <a:path h="1275034" w="2550067">
                <a:moveTo>
                  <a:pt x="0" y="0"/>
                </a:moveTo>
                <a:lnTo>
                  <a:pt x="2550067" y="0"/>
                </a:lnTo>
                <a:lnTo>
                  <a:pt x="2550067" y="1275034"/>
                </a:lnTo>
                <a:lnTo>
                  <a:pt x="0" y="127503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DAHNl2kVwIw</dc:identifier>
  <dcterms:modified xsi:type="dcterms:W3CDTF">2011-08-01T06:04:30Z</dcterms:modified>
  <cp:revision>1</cp:revision>
  <dc:title>Colorful Playful Illustrated Creativity Children Presentation</dc:title>
</cp:coreProperties>
</file>